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2-1762666474430/slide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2-1762666474430/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2-1762666474430/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2-1762666474430/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2-1762666474430/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2-1762666474430/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2-1762666474430/slide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2-1762666474430/slide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2-1762666474430/slide-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2025-11-09T05:35:31Z</dcterms:created>
  <dcterms:modified xsi:type="dcterms:W3CDTF">2025-11-09T05:35:31Z</dcterms:modified>
</cp:coreProperties>
</file>