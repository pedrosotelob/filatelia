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indent="0" marL="0">
              <a:buNone/>
            </a:pPr>
            <a:r>
              <a:rPr lang="en-US" sz="3800" b="1" dirty="0">
                <a:solidFill>
                  <a:srgbClr val="000000"/>
                </a:solidFill>
              </a:rPr>
              <a:t>Subconjunto de #1 (1 ítems)</a:t>
            </a:r>
            <a:endParaRPr lang="en-US" sz="3800" dirty="0"/>
          </a:p>
        </p:txBody>
      </p:sp>
      <p:sp>
        <p:nvSpPr>
          <p:cNvPr id="3" name="Text 1"/>
          <p:cNvSpPr/>
          <p:nvPr/>
        </p:nvSpPr>
        <p:spPr>
          <a:xfrm>
            <a:off x="731520" y="2743200"/>
            <a:ext cx="7772400" cy="2286000"/>
          </a:xfrm>
          <a:prstGeom prst="rect">
            <a:avLst/>
          </a:prstGeom>
          <a:noFill/>
          <a:ln/>
        </p:spPr>
        <p:txBody>
          <a:bodyPr wrap="square" rtlCol="0" anchor="ctr"/>
          <a:lstStyle/>
          <a:p>
            <a:pPr indent="0" marL="0">
              <a:buNone/>
            </a:pPr>
            <a:r>
              <a:rPr lang="en-US" sz="1800" dirty="0">
                <a:solidFill>
                  <a:srgbClr val="000000"/>
                </a:solidFill>
              </a:rPr>
              <a:t>Creado desde sub-búsqueda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5143500"/>
            <a:ext cx="9144000" cy="1371600"/>
          </a:xfrm>
          <a:prstGeom prst="rect">
            <a:avLst/>
          </a:prstGeom>
          <a:solidFill>
            <a:srgbClr val="F5F0E1"/>
          </a:solidFill>
          <a:ln/>
        </p:spPr>
      </p:sp>
      <p:sp>
        <p:nvSpPr>
          <p:cNvPr id="3" name="Text 1"/>
          <p:cNvSpPr/>
          <p:nvPr/>
        </p:nvSpPr>
        <p:spPr>
          <a:xfrm>
            <a:off x="274320" y="5234940"/>
            <a:ext cx="8595360" cy="457200"/>
          </a:xfrm>
          <a:prstGeom prst="rect">
            <a:avLst/>
          </a:prstGeom>
          <a:noFill/>
          <a:ln/>
        </p:spPr>
        <p:txBody>
          <a:bodyPr wrap="square" rtlCol="0" anchor="ctr"/>
          <a:lstStyle/>
          <a:p>
            <a:pPr indent="0" marL="0">
              <a:buNone/>
            </a:pPr>
            <a:r>
              <a:rPr lang="en-US" sz="2000" b="1" dirty="0">
                <a:solidFill>
                  <a:srgbClr val="1F1F1F"/>
                </a:solidFill>
              </a:rPr>
              <a:t>Rosa Peruana 1955</a:t>
            </a:r>
            <a:endParaRPr lang="en-US" sz="2000" dirty="0"/>
          </a:p>
        </p:txBody>
      </p:sp>
      <p:sp>
        <p:nvSpPr>
          <p:cNvPr id="4" name="Text 2"/>
          <p:cNvSpPr/>
          <p:nvPr/>
        </p:nvSpPr>
        <p:spPr>
          <a:xfrm>
            <a:off x="274320" y="5692140"/>
            <a:ext cx="8595360" cy="365760"/>
          </a:xfrm>
          <a:prstGeom prst="rect">
            <a:avLst/>
          </a:prstGeom>
          <a:noFill/>
          <a:ln/>
        </p:spPr>
        <p:txBody>
          <a:bodyPr wrap="square" rtlCol="0" anchor="ctr"/>
          <a:lstStyle/>
          <a:p>
            <a:pPr indent="0" marL="0">
              <a:buNone/>
            </a:pPr>
            <a:r>
              <a:rPr lang="en-US" sz="1400" dirty="0">
                <a:solidFill>
                  <a:srgbClr val="000000"/>
                </a:solidFill>
              </a:rPr>
              <a:t>País: Peru   •   Año: 1955   •   Catálogo: Scott P-123   •   Valor facial: 0.50 PEN</a:t>
            </a:r>
            <a:endParaRPr lang="en-US" sz="1400" dirty="0"/>
          </a:p>
        </p:txBody>
      </p:sp>
      <p:sp>
        <p:nvSpPr>
          <p:cNvPr id="5" name="Text 3"/>
          <p:cNvSpPr/>
          <p:nvPr/>
        </p:nvSpPr>
        <p:spPr>
          <a:xfrm>
            <a:off x="274320" y="6057900"/>
            <a:ext cx="8595360" cy="411480"/>
          </a:xfrm>
          <a:prstGeom prst="rect">
            <a:avLst/>
          </a:prstGeom>
          <a:noFill/>
          <a:ln/>
        </p:spPr>
        <p:txBody>
          <a:bodyPr wrap="square" rtlCol="0" anchor="ctr"/>
          <a:lstStyle/>
          <a:p>
            <a:pPr indent="0" marL="0">
              <a:buNone/>
            </a:pPr>
            <a:r>
              <a:rPr lang="en-US" sz="1200" dirty="0">
                <a:solidFill>
                  <a:srgbClr val="000000"/>
                </a:solidFill>
              </a:rPr>
              <a:t>Emitido en Lima a mediados de los años 50, este sello celebra la delicadeza de la rosa andina. Fue adquirido por un coleccionista de barrio antiguo que lo conservó en hojas de cartulina durante décadas. El matiz rosado recuerda las primeras impresiones offset de la época, cuando las tiradas eran cortas y la tinta se dosificaba a mano.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2025-11-09T03:14:54Z</dcterms:created>
  <dcterms:modified xsi:type="dcterms:W3CDTF">2025-11-09T03:14:54Z</dcterms:modified>
</cp:coreProperties>
</file>