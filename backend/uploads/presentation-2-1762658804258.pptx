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indent="0" marL="0">
              <a:buNone/>
            </a:pPr>
            <a:r>
              <a:rPr lang="en-US" sz="3800" b="1" dirty="0">
                <a:solidFill>
                  <a:srgbClr val="000000"/>
                </a:solidFill>
              </a:rPr>
              <a:t>Subconjunto de #1 (1 ítems)</a:t>
            </a:r>
            <a:endParaRPr lang="en-US" sz="3800" dirty="0"/>
          </a:p>
        </p:txBody>
      </p:sp>
      <p:sp>
        <p:nvSpPr>
          <p:cNvPr id="3" name="Text 1"/>
          <p:cNvSpPr/>
          <p:nvPr/>
        </p:nvSpPr>
        <p:spPr>
          <a:xfrm>
            <a:off x="731520" y="2743200"/>
            <a:ext cx="7772400" cy="2286000"/>
          </a:xfrm>
          <a:prstGeom prst="rect">
            <a:avLst/>
          </a:prstGeom>
          <a:noFill/>
          <a:ln/>
        </p:spPr>
        <p:txBody>
          <a:bodyPr wrap="square" rtlCol="0" anchor="ctr"/>
          <a:lstStyle/>
          <a:p>
            <a:pPr indent="0" marL="0">
              <a:buNone/>
            </a:pPr>
            <a:r>
              <a:rPr lang="en-US" sz="1800" dirty="0">
                <a:solidFill>
                  <a:srgbClr val="000000"/>
                </a:solidFill>
              </a:rPr>
              <a:t>Creado desde sub-búsqueda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5143500"/>
            <a:ext cx="9144000" cy="1371600"/>
          </a:xfrm>
          <a:prstGeom prst="rect">
            <a:avLst/>
          </a:prstGeom>
          <a:solidFill>
            <a:srgbClr val="F5F0E1"/>
          </a:solidFill>
          <a:ln/>
        </p:spPr>
      </p:sp>
      <p:sp>
        <p:nvSpPr>
          <p:cNvPr id="3" name="Text 1"/>
          <p:cNvSpPr/>
          <p:nvPr/>
        </p:nvSpPr>
        <p:spPr>
          <a:xfrm>
            <a:off x="274320" y="5234940"/>
            <a:ext cx="8595360" cy="457200"/>
          </a:xfrm>
          <a:prstGeom prst="rect">
            <a:avLst/>
          </a:prstGeom>
          <a:noFill/>
          <a:ln/>
        </p:spPr>
        <p:txBody>
          <a:bodyPr wrap="square" rtlCol="0" anchor="ctr"/>
          <a:lstStyle/>
          <a:p>
            <a:pPr indent="0" marL="0">
              <a:buNone/>
            </a:pPr>
            <a:r>
              <a:rPr lang="en-US" sz="2000" b="1" dirty="0">
                <a:solidFill>
                  <a:srgbClr val="1F1F1F"/>
                </a:solidFill>
              </a:rPr>
              <a:t>Rosa Peruana 1955</a:t>
            </a:r>
            <a:endParaRPr lang="en-US" sz="2000" dirty="0"/>
          </a:p>
        </p:txBody>
      </p:sp>
      <p:sp>
        <p:nvSpPr>
          <p:cNvPr id="4" name="Text 2"/>
          <p:cNvSpPr/>
          <p:nvPr/>
        </p:nvSpPr>
        <p:spPr>
          <a:xfrm>
            <a:off x="274320" y="5692140"/>
            <a:ext cx="8595360" cy="365760"/>
          </a:xfrm>
          <a:prstGeom prst="rect">
            <a:avLst/>
          </a:prstGeom>
          <a:noFill/>
          <a:ln/>
        </p:spPr>
        <p:txBody>
          <a:bodyPr wrap="square" rtlCol="0" anchor="ctr"/>
          <a:lstStyle/>
          <a:p>
            <a:pPr indent="0" marL="0">
              <a:buNone/>
            </a:pPr>
            <a:r>
              <a:rPr lang="en-US" sz="1400" dirty="0">
                <a:solidFill>
                  <a:srgbClr val="000000"/>
                </a:solidFill>
              </a:rPr>
              <a:t>País: Peru   •   Año: 1955   •   Catálogo: Scott P-123   •   Valor facial: 0.50 PEN</a:t>
            </a:r>
            <a:endParaRPr lang="en-US" sz="1400" dirty="0"/>
          </a:p>
        </p:txBody>
      </p:sp>
      <p:sp>
        <p:nvSpPr>
          <p:cNvPr id="5" name="Text 3"/>
          <p:cNvSpPr/>
          <p:nvPr/>
        </p:nvSpPr>
        <p:spPr>
          <a:xfrm>
            <a:off x="274320" y="6057900"/>
            <a:ext cx="8595360" cy="411480"/>
          </a:xfrm>
          <a:prstGeom prst="rect">
            <a:avLst/>
          </a:prstGeom>
          <a:noFill/>
          <a:ln/>
        </p:spPr>
        <p:txBody>
          <a:bodyPr wrap="square" rtlCol="0" anchor="ctr"/>
          <a:lstStyle/>
          <a:p>
            <a:pPr indent="0" marL="0">
              <a:buNone/>
            </a:pPr>
            <a:r>
              <a:rPr lang="en-US" sz="1200" dirty="0">
                <a:solidFill>
                  <a:srgbClr val="000000"/>
                </a:solidFill>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 cortas y la tinta se dosificaba a mano.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2025-11-09T03:26:44Z</dcterms:created>
  <dcterms:modified xsi:type="dcterms:W3CDTF">2025-11-09T03:26:44Z</dcterms:modified>
</cp:coreProperties>
</file>