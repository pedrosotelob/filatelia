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5-1762670832533/slide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5-1762670832533/slide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5-1762670832533/slide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5-1762670832533/slide-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5-1762670832533/slide-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5-1762670832533/slide-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5-1762670832533/slide-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5-1762670832533/slide-0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2025-11-09T06:47:44Z</dcterms:created>
  <dcterms:modified xsi:type="dcterms:W3CDTF">2025-11-09T06:47:44Z</dcterms:modified>
</cp:coreProperties>
</file>