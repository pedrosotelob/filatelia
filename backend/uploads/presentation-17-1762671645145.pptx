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edrosotelo/filatelia/backend/tmp/pres-17-1762671612315/slide-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edrosotelo/filatelia/backend/tmp/pres-17-1762671612315/slide-0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edrosotelo/filatelia/backend/tmp/pres-17-1762671612315/slide-0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edrosotelo/filatelia/backend/tmp/pres-17-1762671612315/slide-0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edrosotelo/filatelia/backend/tmp/pres-17-1762671612315/slide-0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edrosotelo/filatelia/backend/tmp/pres-17-1762671612315/slide-0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2025-11-09T07:00:45Z</dcterms:created>
  <dcterms:modified xsi:type="dcterms:W3CDTF">2025-11-09T07:00:45Z</dcterms:modified>
</cp:coreProperties>
</file>