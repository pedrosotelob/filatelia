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8b9d2889-9f71-4f5a-b659-3f82e369f8ea.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2184796"/>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Subconjunto de 85 (1 items)</a:t>
            </a:r>
          </a:p>
        </p:txBody>
      </p:sp>
      <p:sp>
        <p:nvSpPr>
          <p:cNvPr id="4" name="TextBox 3"/>
          <p:cNvSpPr txBox="1"/>
          <p:nvPr/>
        </p:nvSpPr>
        <p:spPr>
          <a:xfrm>
            <a:off x="6705600" y="3784996"/>
            <a:ext cx="4895850" cy="27860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Creado desde sub-busqueda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8b9d2889-9f71-4f5a-b659-3f82e369f8ea.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2184796"/>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Historia de la colección (I)</a:t>
            </a:r>
          </a:p>
        </p:txBody>
      </p:sp>
      <p:sp>
        <p:nvSpPr>
          <p:cNvPr id="4" name="TextBox 3"/>
          <p:cNvSpPr txBox="1"/>
          <p:nvPr/>
        </p:nvSpPr>
        <p:spPr>
          <a:xfrm>
            <a:off x="6705600" y="3784996"/>
            <a:ext cx="4895850" cy="27860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Rosa Peruana 1955 encontrado en la calle bla bla bla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8b9d2889-9f71-4f5a-b659-3f82e369f8ea.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2802731"/>
            <a:ext cx="4895850" cy="167163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a:t>
            </a:r>
          </a:p>
        </p:txBody>
      </p:sp>
      <p:sp>
        <p:nvSpPr>
          <p:cNvPr id="4" name="TextBox 3"/>
          <p:cNvSpPr txBox="1"/>
          <p:nvPr/>
        </p:nvSpPr>
        <p:spPr>
          <a:xfrm>
            <a:off x="6705600" y="1774031"/>
            <a:ext cx="489585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Rosa Peruana 1955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