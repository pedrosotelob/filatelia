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EE7"/>
        </a:solidFill>
        <a:effectLst/>
      </p:bgPr>
    </p:bg>
    <p:spTree>
      <p:nvGrpSpPr>
        <p:cNvPr id="1" name=""/>
        <p:cNvGrpSpPr/>
        <p:nvPr/>
      </p:nvGrpSpPr>
      <p:grpSpPr/>
      <p:sp>
        <p:nvSpPr>
          <p:cNvPr id="2" name="Rounded Rectangle 1"/>
          <p:cNvSpPr/>
          <p:nvPr/>
        </p:nvSpPr>
        <p:spPr>
          <a:xfrm>
            <a:off x="7315200" y="0"/>
            <a:ext cx="4876800" cy="6858000"/>
          </a:xfrm>
          <a:prstGeom prst="roundRect">
            <a:avLst>
              <a:gd name="adj" fmla="val 390"/>
            </a:avLst>
          </a:prstGeom>
          <a:solidFill>
            <a:srgbClr val="866255">
              <a:alpha val="1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f288bc01-57d2-462a-aaef-8a1627c37440.png"/>
          <p:cNvPicPr>
            <a:picLocks noChangeAspect="1"/>
          </p:cNvPicPr>
          <p:nvPr/>
        </p:nvPicPr>
        <p:blipFill>
          <a:blip r:embed="rId2"/>
          <a:stretch>
            <a:fillRect/>
          </a:stretch>
        </p:blipFill>
        <p:spPr>
          <a:xfrm>
            <a:off x="7315200" y="0"/>
            <a:ext cx="4876800" cy="6858000"/>
          </a:xfrm>
          <a:prstGeom prst="rect">
            <a:avLst/>
          </a:prstGeom>
        </p:spPr>
      </p:pic>
      <p:sp>
        <p:nvSpPr>
          <p:cNvPr id="4" name="Rounded Rectangle 3"/>
          <p:cNvSpPr/>
          <p:nvPr/>
        </p:nvSpPr>
        <p:spPr>
          <a:xfrm>
            <a:off x="7315200" y="0"/>
            <a:ext cx="4876800" cy="6858000"/>
          </a:xfrm>
          <a:prstGeom prst="roundRect">
            <a:avLst>
              <a:gd name="adj" fmla="val 390"/>
            </a:avLst>
          </a:prstGeom>
          <a:solidFill>
            <a:srgbClr val="000000">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685800" y="685800"/>
            <a:ext cx="626745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0000"/>
              </a:lnSpc>
              <a:defRPr i="0" sz="4800" b="0">
                <a:solidFill>
                  <a:srgbClr val="866255"/>
                </a:solidFill>
                <a:latin typeface="The Seasons"/>
              </a:defRPr>
            </a:pPr>
            <a:r>
              <a:rPr i="0" sz="4800" b="0">
                <a:solidFill>
                  <a:srgbClr val="866255"/>
                </a:solidFill>
                <a:latin typeface="The Seasons"/>
              </a:rPr>
              <a:t>Creating</a:t>
            </a:r>
          </a:p>
        </p:txBody>
      </p:sp>
      <p:sp>
        <p:nvSpPr>
          <p:cNvPr id="6" name="TextBox 5"/>
          <p:cNvSpPr txBox="1"/>
          <p:nvPr/>
        </p:nvSpPr>
        <p:spPr>
          <a:xfrm>
            <a:off x="685800" y="1485900"/>
            <a:ext cx="626745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0000"/>
              </a:lnSpc>
              <a:defRPr i="0" sz="4800" b="0">
                <a:solidFill>
                  <a:srgbClr val="866255"/>
                </a:solidFill>
                <a:latin typeface="The Seasons"/>
              </a:defRPr>
            </a:pPr>
            <a:r>
              <a:rPr i="0" sz="4800" b="0">
                <a:solidFill>
                  <a:srgbClr val="866255"/>
                </a:solidFill>
                <a:latin typeface="The Seasons"/>
              </a:rPr>
              <a:t>Philatelic Material</a:t>
            </a:r>
          </a:p>
        </p:txBody>
      </p:sp>
      <p:sp>
        <p:nvSpPr>
          <p:cNvPr id="7" name="TextBox 6"/>
          <p:cNvSpPr txBox="1"/>
          <p:nvPr/>
        </p:nvSpPr>
        <p:spPr>
          <a:xfrm>
            <a:off x="685800" y="2705100"/>
            <a:ext cx="6267450" cy="3429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2857"/>
              </a:lnSpc>
              <a:defRPr i="0" sz="2100" b="0">
                <a:solidFill>
                  <a:srgbClr val="866255"/>
                </a:solidFill>
                <a:latin typeface="Glacial Indifference"/>
              </a:defRPr>
            </a:pPr>
            <a:r>
              <a:rPr i="0" sz="2100" b="0">
                <a:solidFill>
                  <a:srgbClr val="866255"/>
                </a:solidFill>
                <a:latin typeface="Glacial Indifference"/>
              </a:rPr>
              <a:t>With PowerPoint</a:t>
            </a:r>
          </a:p>
        </p:txBody>
      </p:sp>
      <p:sp>
        <p:nvSpPr>
          <p:cNvPr id="8" name="TextBox 7"/>
          <p:cNvSpPr txBox="1"/>
          <p:nvPr/>
        </p:nvSpPr>
        <p:spPr>
          <a:xfrm>
            <a:off x="685800" y="6153150"/>
            <a:ext cx="626745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1" sz="1200" b="0">
                <a:solidFill>
                  <a:srgbClr val="866255"/>
                </a:solidFill>
                <a:latin typeface="Glacial Indifference"/>
              </a:defRPr>
            </a:pPr>
            <a:r>
              <a:rPr i="1" sz="1200" b="0">
                <a:solidFill>
                  <a:srgbClr val="866255"/>
                </a:solidFill>
                <a:latin typeface="Glacial Indifference"/>
              </a:rPr>
              <a:t>@philately_design</a:t>
            </a:r>
          </a:p>
        </p:txBody>
      </p:sp>
      <p:sp>
        <p:nvSpPr>
          <p:cNvPr id="9" name="TextBox 8"/>
          <p:cNvSpPr txBox="1"/>
          <p:nvPr/>
        </p:nvSpPr>
        <p:spPr>
          <a:xfrm>
            <a:off x="11525547" y="6276975"/>
            <a:ext cx="304502"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1">
                <a:solidFill>
                  <a:srgbClr val="FFFFFF"/>
                </a:solidFill>
                <a:latin typeface="Glacial Indifference"/>
              </a:defRPr>
            </a:pPr>
            <a:r>
              <a:rPr i="0" sz="1050" b="1">
                <a:solidFill>
                  <a:srgbClr val="FFFFFF"/>
                </a:solidFill>
                <a:latin typeface="Glacial Indifference"/>
              </a:rP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EE7"/>
        </a:solidFill>
        <a:effectLst/>
      </p:bgPr>
    </p:bg>
    <p:spTree>
      <p:nvGrpSpPr>
        <p:cNvPr id="1" name=""/>
        <p:cNvGrpSpPr/>
        <p:nvPr/>
      </p:nvGrpSpPr>
      <p:grpSpPr/>
      <p:sp>
        <p:nvSpPr>
          <p:cNvPr id="2" name="TextBox 1"/>
          <p:cNvSpPr txBox="1"/>
          <p:nvPr/>
        </p:nvSpPr>
        <p:spPr>
          <a:xfrm>
            <a:off x="2163960" y="2705100"/>
            <a:ext cx="7882830" cy="2743200"/>
          </a:xfrm>
          <a:prstGeom prst="rect">
            <a:avLst/>
          </a:prstGeom>
          <a:noFill/>
          <a:ln>
            <a:noFill/>
          </a:ln>
          <a:effectLst>
            <a:outerShdw blurRad="0" dist="0" dir="0">
              <a:srgbClr val="000000">
                <a:alpha val="0"/>
              </a:srgbClr>
            </a:outerShdw>
          </a:effectLst>
        </p:spPr>
        <p:txBody>
          <a:bodyPr wrap="square" lIns="0" rIns="0" tIns="0" bIns="0">
            <a:spAutoFit/>
          </a:bodyPr>
          <a:lstStyle/>
          <a:p>
            <a:pPr algn="just">
              <a:lnSpc>
                <a:spcPct val="130909"/>
              </a:lnSpc>
              <a:defRPr i="0" sz="1650" b="0">
                <a:solidFill>
                  <a:srgbClr val="866255"/>
                </a:solidFill>
                <a:latin typeface="Glacial Indifference"/>
              </a:defRPr>
            </a:pPr>
            <a:r>
              <a:rPr i="0" sz="1650" b="0">
                <a:solidFill>
                  <a:srgbClr val="866255"/>
                </a:solidFill>
                <a:latin typeface="Glacial Indifference"/>
              </a:rPr>
              <a:t>Begin by defining the topic, historical era, issuing authority, and the overarching storyline to build a solid foundation. Gather essential references including standard catalogs such as Michel or Scott, while verifying precise issue dates, denominations, and designer details. Acquire high-resolution imagery at 300–600 PPI, prioritizing SVG or vector formats for emblems to ensure clarity. Confirm all necessary permissions and credits, meticulously recording source metadata for every asset. Finally, establish a cohesive color palette and typography scheme before commencing the layout phase.</a:t>
            </a:r>
          </a:p>
        </p:txBody>
      </p:sp>
      <p:pic>
        <p:nvPicPr>
          <p:cNvPr id="3" name="Picture 2" descr="39d1061f-ed0a-41da-91cc-0ea2d68b7285.png"/>
          <p:cNvPicPr>
            <a:picLocks noChangeAspect="1"/>
          </p:cNvPicPr>
          <p:nvPr/>
        </p:nvPicPr>
        <p:blipFill>
          <a:blip r:embed="rId2"/>
          <a:stretch>
            <a:fillRect/>
          </a:stretch>
        </p:blipFill>
        <p:spPr>
          <a:xfrm>
            <a:off x="0" y="0"/>
            <a:ext cx="1706760" cy="6858000"/>
          </a:xfrm>
          <a:prstGeom prst="rect">
            <a:avLst/>
          </a:prstGeom>
        </p:spPr>
      </p:pic>
      <p:pic>
        <p:nvPicPr>
          <p:cNvPr id="4" name="Picture 3" descr="b76038aa-cee1-4f42-9dc4-5dda5f555c81.png"/>
          <p:cNvPicPr>
            <a:picLocks noChangeAspect="1"/>
          </p:cNvPicPr>
          <p:nvPr/>
        </p:nvPicPr>
        <p:blipFill>
          <a:blip r:embed="rId3"/>
          <a:stretch>
            <a:fillRect/>
          </a:stretch>
        </p:blipFill>
        <p:spPr>
          <a:xfrm>
            <a:off x="10485239" y="0"/>
            <a:ext cx="1706760" cy="6858000"/>
          </a:xfrm>
          <a:prstGeom prst="rect">
            <a:avLst/>
          </a:prstGeom>
        </p:spPr>
      </p:pic>
      <p:sp>
        <p:nvSpPr>
          <p:cNvPr id="5" name="TextBox 4"/>
          <p:cNvSpPr txBox="1"/>
          <p:nvPr/>
        </p:nvSpPr>
        <p:spPr>
          <a:xfrm>
            <a:off x="2163960" y="762000"/>
            <a:ext cx="7882830" cy="6858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0000"/>
              </a:lnSpc>
              <a:defRPr i="0" sz="4800" b="1">
                <a:solidFill>
                  <a:srgbClr val="866255"/>
                </a:solidFill>
                <a:latin typeface="The Seasons"/>
              </a:defRPr>
            </a:pPr>
            <a:r>
              <a:rPr i="0" sz="4800" b="1">
                <a:solidFill>
                  <a:srgbClr val="866255"/>
                </a:solidFill>
                <a:latin typeface="The Seasons"/>
              </a:rPr>
              <a:t>Planning, Research,</a:t>
            </a:r>
          </a:p>
        </p:txBody>
      </p:sp>
      <p:sp>
        <p:nvSpPr>
          <p:cNvPr id="6" name="TextBox 5"/>
          <p:cNvSpPr txBox="1"/>
          <p:nvPr/>
        </p:nvSpPr>
        <p:spPr>
          <a:xfrm>
            <a:off x="2163960" y="1562100"/>
            <a:ext cx="7882830" cy="6858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0000"/>
              </a:lnSpc>
              <a:defRPr i="0" sz="4800" b="1">
                <a:solidFill>
                  <a:srgbClr val="866255"/>
                </a:solidFill>
                <a:latin typeface="The Seasons"/>
              </a:defRPr>
            </a:pPr>
            <a:r>
              <a:rPr i="0" sz="4800" b="1">
                <a:solidFill>
                  <a:srgbClr val="866255"/>
                </a:solidFill>
                <a:latin typeface="The Seasons"/>
              </a:rPr>
              <a:t>and Asset Preparation</a:t>
            </a:r>
          </a:p>
        </p:txBody>
      </p:sp>
      <p:sp>
        <p:nvSpPr>
          <p:cNvPr id="7" name="TextBox 6"/>
          <p:cNvSpPr txBox="1"/>
          <p:nvPr/>
        </p:nvSpPr>
        <p:spPr>
          <a:xfrm>
            <a:off x="9742289" y="6353175"/>
            <a:ext cx="304502"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866255"/>
                </a:solidFill>
                <a:latin typeface="Glacial Indifference"/>
              </a:defRPr>
            </a:pPr>
            <a:r>
              <a:rPr i="0" sz="1050" b="0">
                <a:solidFill>
                  <a:srgbClr val="866255"/>
                </a:solidFill>
                <a:latin typeface="Glacial Indifference"/>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EE7"/>
        </a:solidFill>
        <a:effectLst/>
      </p:bgPr>
    </p:bg>
    <p:spTree>
      <p:nvGrpSpPr>
        <p:cNvPr id="1" name=""/>
        <p:cNvGrpSpPr/>
        <p:nvPr/>
      </p:nvGrpSpPr>
      <p:grpSpPr/>
      <p:pic>
        <p:nvPicPr>
          <p:cNvPr id="2" name="Picture 1" descr="b253e8c0-3b6c-4ce9-aa60-d8ed704c71d9.png"/>
          <p:cNvPicPr>
            <a:picLocks noChangeAspect="1"/>
          </p:cNvPicPr>
          <p:nvPr/>
        </p:nvPicPr>
        <p:blipFill>
          <a:blip r:embed="rId2"/>
          <a:stretch>
            <a:fillRect/>
          </a:stretch>
        </p:blipFill>
        <p:spPr>
          <a:xfrm>
            <a:off x="0" y="0"/>
            <a:ext cx="1950690" cy="6858000"/>
          </a:xfrm>
          <a:prstGeom prst="rect">
            <a:avLst/>
          </a:prstGeom>
        </p:spPr>
      </p:pic>
      <p:sp>
        <p:nvSpPr>
          <p:cNvPr id="3" name="TextBox 2"/>
          <p:cNvSpPr txBox="1"/>
          <p:nvPr/>
        </p:nvSpPr>
        <p:spPr>
          <a:xfrm>
            <a:off x="2194470" y="1905000"/>
            <a:ext cx="3863875" cy="5867400"/>
          </a:xfrm>
          <a:prstGeom prst="rect">
            <a:avLst/>
          </a:prstGeom>
          <a:noFill/>
          <a:ln>
            <a:noFill/>
          </a:ln>
          <a:effectLst>
            <a:outerShdw blurRad="0" dist="0" dir="0">
              <a:srgbClr val="000000">
                <a:alpha val="0"/>
              </a:srgbClr>
            </a:outerShdw>
          </a:effectLst>
        </p:spPr>
        <p:txBody>
          <a:bodyPr wrap="square" lIns="0" rIns="0" tIns="0" bIns="0">
            <a:spAutoFit/>
          </a:bodyPr>
          <a:lstStyle/>
          <a:p>
            <a:pPr algn="just">
              <a:lnSpc>
                <a:spcPct val="131765"/>
              </a:lnSpc>
              <a:defRPr i="0" sz="1275" b="0">
                <a:solidFill>
                  <a:srgbClr val="866255"/>
                </a:solidFill>
                <a:latin typeface="Glacial Indifference"/>
              </a:defRPr>
            </a:pPr>
            <a:r>
              <a:rPr i="0" sz="1275" b="0">
                <a:solidFill>
                  <a:srgbClr val="866255"/>
                </a:solidFill>
                <a:latin typeface="Glacial Indifference"/>
              </a:rPr>
              <a:t>The foundation of any compelling visual composition lies in its dimensions and structural grid. Standard page sizes, such as the A4 format at 210 by 297 millimeters for albums or the US Letter at 216 by 279 millimeters for exhibits, dictate the initial canvas constraints. Within this defined space, generous margins ranging from 10 to 15 millimeters provide necessary breathing room, while a 3 millimeter bleed is essential for seamless edge-to-edge designs. To maintain order and rhythm, designers employ grid systems typically consisting of two to three columns, separated by a consistent baseline spacing of 4 to 6 millimeters. This mathematical approach ensures that every element—from small stamp mockups measuring 30 by 40 millimeters to larger minisheets with minimal margins—feels intentional. Furthermore, the strategic pairing of distinct typefaces, such as a serif font for body text against a sans-serif for captions, establishes a clear visual hierarchy through alignment and contrast.</a:t>
            </a:r>
          </a:p>
        </p:txBody>
      </p:sp>
      <p:sp>
        <p:nvSpPr>
          <p:cNvPr id="4" name="Rounded Rectangle 3"/>
          <p:cNvSpPr/>
          <p:nvPr/>
        </p:nvSpPr>
        <p:spPr>
          <a:xfrm>
            <a:off x="6888212" y="552450"/>
            <a:ext cx="4693890" cy="952500"/>
          </a:xfrm>
          <a:prstGeom prst="roundRect">
            <a:avLst>
              <a:gd name="adj" fmla="val 12000"/>
            </a:avLst>
          </a:prstGeom>
          <a:solidFill>
            <a:srgbClr val="FFFFFF"/>
          </a:solidFill>
          <a:ln w="9525">
            <a:solidFill>
              <a:srgbClr val="866255">
                <a:alpha val="30000"/>
              </a:srgbClr>
            </a:solidFill>
          </a:ln>
          <a:effectLst>
            <a:outerShdw blurRad="152400" dir="5400000" dist="57150" rotWithShape="0">
              <a:srgbClr val="101418">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0" bIns="0"/>
          <a:lstStyle/>
          <a:p>
            <a:pPr algn="ctr"/>
          </a:p>
        </p:txBody>
      </p:sp>
      <p:sp>
        <p:nvSpPr>
          <p:cNvPr id="5" name="Rounded Rectangle 4"/>
          <p:cNvSpPr/>
          <p:nvPr/>
        </p:nvSpPr>
        <p:spPr>
          <a:xfrm>
            <a:off x="6888212" y="1733550"/>
            <a:ext cx="4693890" cy="952500"/>
          </a:xfrm>
          <a:prstGeom prst="roundRect">
            <a:avLst>
              <a:gd name="adj" fmla="val 12000"/>
            </a:avLst>
          </a:prstGeom>
          <a:solidFill>
            <a:srgbClr val="FFFFFF"/>
          </a:solidFill>
          <a:ln w="9525">
            <a:solidFill>
              <a:srgbClr val="866255">
                <a:alpha val="30000"/>
              </a:srgbClr>
            </a:solidFill>
          </a:ln>
          <a:effectLst>
            <a:outerShdw blurRad="152400" dir="5400000" dist="57150" rotWithShape="0">
              <a:srgbClr val="101418">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0" bIns="0"/>
          <a:lstStyle/>
          <a:p>
            <a:pPr algn="ctr"/>
          </a:p>
        </p:txBody>
      </p:sp>
      <p:sp>
        <p:nvSpPr>
          <p:cNvPr id="6" name="Rounded Rectangle 5"/>
          <p:cNvSpPr/>
          <p:nvPr/>
        </p:nvSpPr>
        <p:spPr>
          <a:xfrm>
            <a:off x="6888212" y="2914650"/>
            <a:ext cx="4693890" cy="952500"/>
          </a:xfrm>
          <a:prstGeom prst="roundRect">
            <a:avLst>
              <a:gd name="adj" fmla="val 12000"/>
            </a:avLst>
          </a:prstGeom>
          <a:solidFill>
            <a:srgbClr val="FFFFFF"/>
          </a:solidFill>
          <a:ln w="9525">
            <a:solidFill>
              <a:srgbClr val="866255">
                <a:alpha val="30000"/>
              </a:srgbClr>
            </a:solidFill>
          </a:ln>
          <a:effectLst>
            <a:outerShdw blurRad="152400" dir="5400000" dist="57150" rotWithShape="0">
              <a:srgbClr val="101418">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0" bIns="0"/>
          <a:lstStyle/>
          <a:p>
            <a:pPr algn="ctr"/>
          </a:p>
        </p:txBody>
      </p:sp>
      <p:sp>
        <p:nvSpPr>
          <p:cNvPr id="7" name="TextBox 6"/>
          <p:cNvSpPr txBox="1"/>
          <p:nvPr/>
        </p:nvSpPr>
        <p:spPr>
          <a:xfrm>
            <a:off x="7884616" y="609600"/>
            <a:ext cx="3516362" cy="838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0000"/>
              </a:lnSpc>
              <a:defRPr i="0" sz="1200" b="0">
                <a:solidFill>
                  <a:srgbClr val="866255"/>
                </a:solidFill>
                <a:latin typeface="Glacial Indifference"/>
              </a:defRPr>
            </a:pPr>
            <a:r>
              <a:rPr i="0" sz="1200" b="0">
                <a:solidFill>
                  <a:srgbClr val="866255"/>
                </a:solidFill>
                <a:latin typeface="Glacial Indifference"/>
              </a:rPr>
              <a:t>Defined dimensions like A4 and US Letter ensure consistency, while specific margins and bleeds accommodate professional printing requirements.</a:t>
            </a:r>
          </a:p>
        </p:txBody>
      </p:sp>
      <p:sp>
        <p:nvSpPr>
          <p:cNvPr id="8" name="TextBox 7"/>
          <p:cNvSpPr txBox="1"/>
          <p:nvPr/>
        </p:nvSpPr>
        <p:spPr>
          <a:xfrm>
            <a:off x="7884616" y="1895475"/>
            <a:ext cx="3516362" cy="6286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0000"/>
              </a:lnSpc>
              <a:defRPr i="0" sz="1200" b="0">
                <a:solidFill>
                  <a:srgbClr val="866255"/>
                </a:solidFill>
                <a:latin typeface="Glacial Indifference"/>
              </a:defRPr>
            </a:pPr>
            <a:r>
              <a:rPr i="0" sz="1200" b="0">
                <a:solidFill>
                  <a:srgbClr val="866255"/>
                </a:solidFill>
                <a:latin typeface="Glacial Indifference"/>
              </a:rPr>
              <a:t>Structured layouts rely on column grids and precise baseline spacing to maintain rhythm and organization across the design surface.</a:t>
            </a:r>
          </a:p>
        </p:txBody>
      </p:sp>
      <p:sp>
        <p:nvSpPr>
          <p:cNvPr id="9" name="TextBox 8"/>
          <p:cNvSpPr txBox="1"/>
          <p:nvPr/>
        </p:nvSpPr>
        <p:spPr>
          <a:xfrm>
            <a:off x="7884616" y="3076575"/>
            <a:ext cx="3516362" cy="6286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0000"/>
              </a:lnSpc>
              <a:defRPr i="0" sz="1200" b="0">
                <a:solidFill>
                  <a:srgbClr val="866255"/>
                </a:solidFill>
                <a:latin typeface="Glacial Indifference"/>
              </a:defRPr>
            </a:pPr>
            <a:r>
              <a:rPr i="0" sz="1200" b="0">
                <a:solidFill>
                  <a:srgbClr val="866255"/>
                </a:solidFill>
                <a:latin typeface="Glacial Indifference"/>
              </a:rPr>
              <a:t>Contrast is achieved by pairing serif body fonts with sans-serif captions, establishing a clear visual hierarchy through distinct type roles.</a:t>
            </a:r>
          </a:p>
        </p:txBody>
      </p:sp>
      <p:sp>
        <p:nvSpPr>
          <p:cNvPr id="10" name="TextBox 9"/>
          <p:cNvSpPr txBox="1"/>
          <p:nvPr/>
        </p:nvSpPr>
        <p:spPr>
          <a:xfrm>
            <a:off x="2194470" y="552450"/>
            <a:ext cx="386387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889"/>
              </a:lnSpc>
              <a:defRPr spc="-101" i="0" sz="4050" b="1">
                <a:solidFill>
                  <a:srgbClr val="866255"/>
                </a:solidFill>
                <a:latin typeface="The Seasons"/>
              </a:defRPr>
            </a:pPr>
            <a:r>
              <a:rPr i="0" sz="4050" b="1">
                <a:solidFill>
                  <a:srgbClr val="866255"/>
                </a:solidFill>
                <a:latin typeface="The Seasons"/>
              </a:rPr>
              <a:t>Effective</a:t>
            </a:r>
          </a:p>
        </p:txBody>
      </p:sp>
      <p:sp>
        <p:nvSpPr>
          <p:cNvPr id="11" name="TextBox 10"/>
          <p:cNvSpPr txBox="1"/>
          <p:nvPr/>
        </p:nvSpPr>
        <p:spPr>
          <a:xfrm>
            <a:off x="2194470" y="1123950"/>
            <a:ext cx="386387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889"/>
              </a:lnSpc>
              <a:defRPr spc="-101" i="0" sz="4050" b="1">
                <a:solidFill>
                  <a:srgbClr val="866255"/>
                </a:solidFill>
                <a:latin typeface="The Seasons"/>
              </a:defRPr>
            </a:pPr>
            <a:r>
              <a:rPr i="0" sz="4050" b="1">
                <a:solidFill>
                  <a:srgbClr val="866255"/>
                </a:solidFill>
                <a:latin typeface="The Seasons"/>
              </a:rPr>
              <a:t>Layouts</a:t>
            </a:r>
          </a:p>
        </p:txBody>
      </p:sp>
      <p:sp>
        <p:nvSpPr>
          <p:cNvPr id="12" name="TextBox 11"/>
          <p:cNvSpPr txBox="1"/>
          <p:nvPr/>
        </p:nvSpPr>
        <p:spPr>
          <a:xfrm>
            <a:off x="7282606" y="3048000"/>
            <a:ext cx="27429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3600" b="1">
                <a:solidFill>
                  <a:srgbClr val="866255"/>
                </a:solidFill>
                <a:latin typeface="The Seasons"/>
              </a:defRPr>
            </a:pPr>
            <a:r>
              <a:rPr i="0" sz="3600" b="1">
                <a:solidFill>
                  <a:srgbClr val="866255"/>
                </a:solidFill>
                <a:latin typeface="The Seasons"/>
              </a:rPr>
              <a:t>3</a:t>
            </a:r>
          </a:p>
        </p:txBody>
      </p:sp>
      <p:sp>
        <p:nvSpPr>
          <p:cNvPr id="13" name="TextBox 12"/>
          <p:cNvSpPr txBox="1"/>
          <p:nvPr/>
        </p:nvSpPr>
        <p:spPr>
          <a:xfrm>
            <a:off x="7287666" y="1866900"/>
            <a:ext cx="264169"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3600" b="1">
                <a:solidFill>
                  <a:srgbClr val="866255"/>
                </a:solidFill>
                <a:latin typeface="The Seasons"/>
              </a:defRPr>
            </a:pPr>
            <a:r>
              <a:rPr i="0" sz="3600" b="1">
                <a:solidFill>
                  <a:srgbClr val="866255"/>
                </a:solidFill>
                <a:latin typeface="The Seasons"/>
              </a:rPr>
              <a:t>2</a:t>
            </a:r>
          </a:p>
        </p:txBody>
      </p:sp>
      <p:sp>
        <p:nvSpPr>
          <p:cNvPr id="14" name="TextBox 13"/>
          <p:cNvSpPr txBox="1"/>
          <p:nvPr/>
        </p:nvSpPr>
        <p:spPr>
          <a:xfrm>
            <a:off x="7323683" y="685800"/>
            <a:ext cx="191988"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3600" b="1">
                <a:solidFill>
                  <a:srgbClr val="866255"/>
                </a:solidFill>
                <a:latin typeface="The Seasons"/>
              </a:defRPr>
            </a:pPr>
            <a:r>
              <a:rPr i="0" sz="3600" b="1">
                <a:solidFill>
                  <a:srgbClr val="866255"/>
                </a:solidFill>
                <a:latin typeface="The Seasons"/>
              </a:rPr>
              <a:t>1</a:t>
            </a:r>
          </a:p>
        </p:txBody>
      </p:sp>
      <p:sp>
        <p:nvSpPr>
          <p:cNvPr id="15" name="TextBox 14"/>
          <p:cNvSpPr txBox="1"/>
          <p:nvPr/>
        </p:nvSpPr>
        <p:spPr>
          <a:xfrm>
            <a:off x="11601747" y="6429375"/>
            <a:ext cx="304502"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866255"/>
                </a:solidFill>
                <a:latin typeface="Glacial Indifference"/>
              </a:defRPr>
            </a:pPr>
            <a:r>
              <a:rPr i="0" sz="1050" b="0">
                <a:solidFill>
                  <a:srgbClr val="866255"/>
                </a:solidFill>
                <a:latin typeface="Glacial Indifference"/>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EE7"/>
        </a:solidFill>
        <a:effectLst/>
      </p:bgPr>
    </p:bg>
    <p:spTree>
      <p:nvGrpSpPr>
        <p:cNvPr id="1" name=""/>
        <p:cNvGrpSpPr/>
        <p:nvPr/>
      </p:nvGrpSpPr>
      <p:grpSpPr/>
      <p:pic>
        <p:nvPicPr>
          <p:cNvPr id="2" name="Picture 1" descr="424ee133-5a4e-4f08-978d-fccf2183a56d.png"/>
          <p:cNvPicPr>
            <a:picLocks noChangeAspect="1"/>
          </p:cNvPicPr>
          <p:nvPr/>
        </p:nvPicPr>
        <p:blipFill>
          <a:blip r:embed="rId2"/>
          <a:stretch>
            <a:fillRect/>
          </a:stretch>
        </p:blipFill>
        <p:spPr>
          <a:xfrm>
            <a:off x="8039100" y="0"/>
            <a:ext cx="4152900" cy="4076700"/>
          </a:xfrm>
          <a:prstGeom prst="rect">
            <a:avLst/>
          </a:prstGeom>
        </p:spPr>
      </p:pic>
      <p:pic>
        <p:nvPicPr>
          <p:cNvPr id="3" name="Picture 2" descr="4275af7a-655d-4132-b8bd-0b28f8d161e0.png"/>
          <p:cNvPicPr>
            <a:picLocks noChangeAspect="1"/>
          </p:cNvPicPr>
          <p:nvPr/>
        </p:nvPicPr>
        <p:blipFill>
          <a:blip r:embed="rId3"/>
          <a:stretch>
            <a:fillRect/>
          </a:stretch>
        </p:blipFill>
        <p:spPr>
          <a:xfrm>
            <a:off x="0" y="3733800"/>
            <a:ext cx="3200400" cy="3124200"/>
          </a:xfrm>
          <a:prstGeom prst="rect">
            <a:avLst/>
          </a:prstGeom>
        </p:spPr>
      </p:pic>
      <p:sp>
        <p:nvSpPr>
          <p:cNvPr id="4" name="TextBox 3"/>
          <p:cNvSpPr txBox="1"/>
          <p:nvPr/>
        </p:nvSpPr>
        <p:spPr>
          <a:xfrm>
            <a:off x="685800" y="533400"/>
            <a:ext cx="10839450" cy="571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88889"/>
              </a:lnSpc>
              <a:defRPr i="0" sz="4050" b="1">
                <a:solidFill>
                  <a:srgbClr val="866255"/>
                </a:solidFill>
                <a:latin typeface="The Seasons"/>
              </a:defRPr>
            </a:pPr>
            <a:r>
              <a:rPr i="0" sz="4050" b="1">
                <a:solidFill>
                  <a:srgbClr val="866255"/>
                </a:solidFill>
                <a:latin typeface="The Seasons"/>
              </a:rPr>
              <a:t>Reusable Templates &amp; Construction</a:t>
            </a:r>
          </a:p>
        </p:txBody>
      </p:sp>
      <p:sp>
        <p:nvSpPr>
          <p:cNvPr id="5" name="Rounded Rectangle 4"/>
          <p:cNvSpPr/>
          <p:nvPr/>
        </p:nvSpPr>
        <p:spPr>
          <a:xfrm>
            <a:off x="1143000" y="1647825"/>
            <a:ext cx="1809750" cy="1781175"/>
          </a:xfrm>
          <a:prstGeom prst="roundRect">
            <a:avLst>
              <a:gd name="adj" fmla="val 6417"/>
            </a:avLst>
          </a:prstGeom>
          <a:solidFill>
            <a:srgbClr val="FFFFFF"/>
          </a:solidFill>
          <a:ln w="9525">
            <a:solidFill>
              <a:srgbClr val="866255">
                <a:alpha val="20000"/>
              </a:srgbClr>
            </a:solidFill>
          </a:ln>
          <a:effectLst>
            <a:outerShdw blurRad="152400" dir="5400000" dist="57150" rotWithShape="0">
              <a:srgbClr val="101418">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3248025" y="4572000"/>
            <a:ext cx="1809750" cy="1781175"/>
          </a:xfrm>
          <a:prstGeom prst="roundRect">
            <a:avLst>
              <a:gd name="adj" fmla="val 6417"/>
            </a:avLst>
          </a:prstGeom>
          <a:solidFill>
            <a:srgbClr val="FFFFFF"/>
          </a:solidFill>
          <a:ln w="9525">
            <a:solidFill>
              <a:srgbClr val="866255">
                <a:alpha val="20000"/>
              </a:srgbClr>
            </a:solidFill>
          </a:ln>
          <a:effectLst>
            <a:outerShdw blurRad="152400" dir="5400000" dist="57150" rotWithShape="0">
              <a:srgbClr val="101418">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ounded Rectangle 6"/>
          <p:cNvSpPr/>
          <p:nvPr/>
        </p:nvSpPr>
        <p:spPr>
          <a:xfrm>
            <a:off x="5353050" y="1647825"/>
            <a:ext cx="1809750" cy="1781175"/>
          </a:xfrm>
          <a:prstGeom prst="roundRect">
            <a:avLst>
              <a:gd name="adj" fmla="val 6417"/>
            </a:avLst>
          </a:prstGeom>
          <a:solidFill>
            <a:srgbClr val="FFFFFF"/>
          </a:solidFill>
          <a:ln w="9525">
            <a:solidFill>
              <a:srgbClr val="866255">
                <a:alpha val="20000"/>
              </a:srgbClr>
            </a:solidFill>
          </a:ln>
          <a:effectLst>
            <a:outerShdw blurRad="152400" dir="5400000" dist="57150" rotWithShape="0">
              <a:srgbClr val="101418">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7458075" y="4572000"/>
            <a:ext cx="1809750" cy="1781175"/>
          </a:xfrm>
          <a:prstGeom prst="roundRect">
            <a:avLst>
              <a:gd name="adj" fmla="val 6417"/>
            </a:avLst>
          </a:prstGeom>
          <a:solidFill>
            <a:srgbClr val="FFFFFF"/>
          </a:solidFill>
          <a:ln w="9525">
            <a:solidFill>
              <a:srgbClr val="866255">
                <a:alpha val="20000"/>
              </a:srgbClr>
            </a:solidFill>
          </a:ln>
          <a:effectLst>
            <a:outerShdw blurRad="152400" dir="5400000" dist="57150" rotWithShape="0">
              <a:srgbClr val="101418">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9563100" y="1647825"/>
            <a:ext cx="1809750" cy="1781175"/>
          </a:xfrm>
          <a:prstGeom prst="roundRect">
            <a:avLst>
              <a:gd name="adj" fmla="val 6417"/>
            </a:avLst>
          </a:prstGeom>
          <a:solidFill>
            <a:srgbClr val="FFFFFF"/>
          </a:solidFill>
          <a:ln w="9525">
            <a:solidFill>
              <a:srgbClr val="866255">
                <a:alpha val="20000"/>
              </a:srgbClr>
            </a:solidFill>
          </a:ln>
          <a:effectLst>
            <a:outerShdw blurRad="152400" dir="5400000" dist="57150" rotWithShape="0">
              <a:srgbClr val="101418">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685800" y="1257300"/>
            <a:ext cx="10839450" cy="2667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7895"/>
              </a:lnSpc>
              <a:defRPr i="0" sz="1425" b="1">
                <a:solidFill>
                  <a:srgbClr val="866255"/>
                </a:solidFill>
                <a:latin typeface="Glacial Indifference"/>
              </a:defRPr>
            </a:pPr>
            <a:r>
              <a:rPr i="0" sz="1425" b="1">
                <a:solidFill>
                  <a:srgbClr val="866255"/>
                </a:solidFill>
                <a:latin typeface="Glacial Indifference"/>
              </a:rPr>
              <a:t>Streamlining the design process with efficient assets and automation</a:t>
            </a:r>
          </a:p>
        </p:txBody>
      </p:sp>
      <p:sp>
        <p:nvSpPr>
          <p:cNvPr id="11" name="Rounded Rectangle 10"/>
          <p:cNvSpPr/>
          <p:nvPr/>
        </p:nvSpPr>
        <p:spPr>
          <a:xfrm>
            <a:off x="1152525" y="2085975"/>
            <a:ext cx="1790700" cy="1333500"/>
          </a:xfrm>
          <a:prstGeom prst="roundRect">
            <a:avLst>
              <a:gd name="adj" fmla="val 8571"/>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52400" bIns="152400"/>
          <a:lstStyle/>
          <a:p>
            <a:pPr algn="ctr"/>
          </a:p>
        </p:txBody>
      </p:sp>
      <p:sp>
        <p:nvSpPr>
          <p:cNvPr id="12" name="Rounded Rectangle 11"/>
          <p:cNvSpPr/>
          <p:nvPr/>
        </p:nvSpPr>
        <p:spPr>
          <a:xfrm>
            <a:off x="3257550" y="5010150"/>
            <a:ext cx="1790700" cy="1333500"/>
          </a:xfrm>
          <a:prstGeom prst="roundRect">
            <a:avLst>
              <a:gd name="adj" fmla="val 8571"/>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52400" bIns="152400"/>
          <a:lstStyle/>
          <a:p>
            <a:pPr algn="ctr"/>
          </a:p>
        </p:txBody>
      </p:sp>
      <p:sp>
        <p:nvSpPr>
          <p:cNvPr id="13" name="Rounded Rectangle 12"/>
          <p:cNvSpPr/>
          <p:nvPr/>
        </p:nvSpPr>
        <p:spPr>
          <a:xfrm>
            <a:off x="5362575" y="2085975"/>
            <a:ext cx="1790700" cy="1333500"/>
          </a:xfrm>
          <a:prstGeom prst="roundRect">
            <a:avLst>
              <a:gd name="adj" fmla="val 8571"/>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52400" bIns="152400"/>
          <a:lstStyle/>
          <a:p>
            <a:pPr algn="ctr"/>
          </a:p>
        </p:txBody>
      </p:sp>
      <p:sp>
        <p:nvSpPr>
          <p:cNvPr id="14" name="Rounded Rectangle 13"/>
          <p:cNvSpPr/>
          <p:nvPr/>
        </p:nvSpPr>
        <p:spPr>
          <a:xfrm>
            <a:off x="7467600" y="5010150"/>
            <a:ext cx="1790700" cy="1333500"/>
          </a:xfrm>
          <a:prstGeom prst="roundRect">
            <a:avLst>
              <a:gd name="adj" fmla="val 8571"/>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52400" bIns="152400"/>
          <a:lstStyle/>
          <a:p>
            <a:pPr algn="ctr"/>
          </a:p>
        </p:txBody>
      </p:sp>
      <p:sp>
        <p:nvSpPr>
          <p:cNvPr id="15" name="Rounded Rectangle 14"/>
          <p:cNvSpPr/>
          <p:nvPr/>
        </p:nvSpPr>
        <p:spPr>
          <a:xfrm>
            <a:off x="9572625" y="2085975"/>
            <a:ext cx="1790700" cy="1333500"/>
          </a:xfrm>
          <a:prstGeom prst="roundRect">
            <a:avLst>
              <a:gd name="adj" fmla="val 8571"/>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52400" bIns="152400"/>
          <a:lstStyle/>
          <a:p>
            <a:pPr algn="ctr"/>
          </a:p>
        </p:txBody>
      </p:sp>
      <p:sp>
        <p:nvSpPr>
          <p:cNvPr id="16" name="TextBox 15"/>
          <p:cNvSpPr txBox="1"/>
          <p:nvPr/>
        </p:nvSpPr>
        <p:spPr>
          <a:xfrm>
            <a:off x="1304925" y="2505075"/>
            <a:ext cx="150495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0769"/>
              </a:lnSpc>
              <a:defRPr i="0" sz="975" b="0">
                <a:solidFill>
                  <a:srgbClr val="866255"/>
                </a:solidFill>
                <a:latin typeface="Glacial Indifference"/>
              </a:defRPr>
            </a:pPr>
            <a:r>
              <a:rPr i="0" sz="975" b="0">
                <a:solidFill>
                  <a:srgbClr val="866255"/>
                </a:solidFill>
                <a:latin typeface="Glacial Indifference"/>
              </a:rPr>
              <a:t>Build master slides with defined title/body styles, placeholders, and color themes.</a:t>
            </a:r>
          </a:p>
        </p:txBody>
      </p:sp>
      <p:sp>
        <p:nvSpPr>
          <p:cNvPr id="17" name="TextBox 16"/>
          <p:cNvSpPr txBox="1"/>
          <p:nvPr/>
        </p:nvSpPr>
        <p:spPr>
          <a:xfrm>
            <a:off x="3409950" y="5429250"/>
            <a:ext cx="150495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0769"/>
              </a:lnSpc>
              <a:defRPr i="0" sz="975" b="0">
                <a:solidFill>
                  <a:srgbClr val="866255"/>
                </a:solidFill>
                <a:latin typeface="Glacial Indifference"/>
              </a:defRPr>
            </a:pPr>
            <a:r>
              <a:rPr i="0" sz="975" b="0">
                <a:solidFill>
                  <a:srgbClr val="866255"/>
                </a:solidFill>
                <a:latin typeface="Glacial Indifference"/>
              </a:rPr>
              <a:t>Create assets like perforation borders, cachet frames, and cancellation circles.</a:t>
            </a:r>
          </a:p>
        </p:txBody>
      </p:sp>
      <p:sp>
        <p:nvSpPr>
          <p:cNvPr id="18" name="TextBox 17"/>
          <p:cNvSpPr txBox="1"/>
          <p:nvPr/>
        </p:nvSpPr>
        <p:spPr>
          <a:xfrm>
            <a:off x="5514975" y="2505075"/>
            <a:ext cx="150495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0769"/>
              </a:lnSpc>
              <a:defRPr i="0" sz="975" b="0">
                <a:solidFill>
                  <a:srgbClr val="866255"/>
                </a:solidFill>
                <a:latin typeface="Glacial Indifference"/>
              </a:defRPr>
            </a:pPr>
            <a:r>
              <a:rPr i="0" sz="975" b="0">
                <a:solidFill>
                  <a:srgbClr val="866255"/>
                </a:solidFill>
                <a:latin typeface="Glacial Indifference"/>
              </a:rPr>
              <a:t>Utilize guides, Align/Distribute, and the Selection Pane. Properly name all layers.</a:t>
            </a:r>
          </a:p>
        </p:txBody>
      </p:sp>
      <p:sp>
        <p:nvSpPr>
          <p:cNvPr id="19" name="TextBox 18"/>
          <p:cNvSpPr txBox="1"/>
          <p:nvPr/>
        </p:nvSpPr>
        <p:spPr>
          <a:xfrm>
            <a:off x="7620000" y="5429250"/>
            <a:ext cx="150495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0769"/>
              </a:lnSpc>
              <a:defRPr i="0" sz="975" b="0">
                <a:solidFill>
                  <a:srgbClr val="866255"/>
                </a:solidFill>
                <a:latin typeface="Glacial Indifference"/>
              </a:defRPr>
            </a:pPr>
            <a:r>
              <a:rPr i="0" sz="975" b="0">
                <a:solidFill>
                  <a:srgbClr val="866255"/>
                </a:solidFill>
                <a:latin typeface="Glacial Indifference"/>
              </a:rPr>
              <a:t>Import SVG logos to ensure scalability and keep vector paths editable.</a:t>
            </a:r>
          </a:p>
        </p:txBody>
      </p:sp>
      <p:sp>
        <p:nvSpPr>
          <p:cNvPr id="20" name="TextBox 19"/>
          <p:cNvSpPr txBox="1"/>
          <p:nvPr/>
        </p:nvSpPr>
        <p:spPr>
          <a:xfrm>
            <a:off x="9725025" y="2505075"/>
            <a:ext cx="150495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0769"/>
              </a:lnSpc>
              <a:defRPr i="0" sz="975" b="0">
                <a:solidFill>
                  <a:srgbClr val="866255"/>
                </a:solidFill>
                <a:latin typeface="Glacial Indifference"/>
              </a:defRPr>
            </a:pPr>
            <a:r>
              <a:rPr i="0" sz="975" b="0">
                <a:solidFill>
                  <a:srgbClr val="866255"/>
                </a:solidFill>
                <a:latin typeface="Glacial Indifference"/>
              </a:rPr>
              <a:t>Automate series data and denominations using tables and SmartArt tools.</a:t>
            </a:r>
          </a:p>
        </p:txBody>
      </p:sp>
      <p:sp>
        <p:nvSpPr>
          <p:cNvPr id="21" name="Rounded Rectangle 20"/>
          <p:cNvSpPr/>
          <p:nvPr/>
        </p:nvSpPr>
        <p:spPr>
          <a:xfrm>
            <a:off x="1152525" y="1657350"/>
            <a:ext cx="1790700" cy="428625"/>
          </a:xfrm>
          <a:prstGeom prst="roundRect">
            <a:avLst>
              <a:gd name="adj" fmla="val 26666"/>
            </a:avLst>
          </a:prstGeom>
          <a:solidFill>
            <a:srgbClr val="866255"/>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14300" bIns="114300"/>
          <a:lstStyle/>
          <a:p>
            <a:pPr algn="ctr"/>
          </a:p>
        </p:txBody>
      </p:sp>
      <p:sp>
        <p:nvSpPr>
          <p:cNvPr id="22" name="Rounded Rectangle 21"/>
          <p:cNvSpPr/>
          <p:nvPr/>
        </p:nvSpPr>
        <p:spPr>
          <a:xfrm>
            <a:off x="3257550" y="4581525"/>
            <a:ext cx="1790700" cy="428625"/>
          </a:xfrm>
          <a:prstGeom prst="roundRect">
            <a:avLst>
              <a:gd name="adj" fmla="val 26666"/>
            </a:avLst>
          </a:prstGeom>
          <a:solidFill>
            <a:srgbClr val="866255"/>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14300" bIns="114300"/>
          <a:lstStyle/>
          <a:p>
            <a:pPr algn="ctr"/>
          </a:p>
        </p:txBody>
      </p:sp>
      <p:sp>
        <p:nvSpPr>
          <p:cNvPr id="23" name="Rounded Rectangle 22"/>
          <p:cNvSpPr/>
          <p:nvPr/>
        </p:nvSpPr>
        <p:spPr>
          <a:xfrm>
            <a:off x="5362575" y="1657350"/>
            <a:ext cx="1790700" cy="428625"/>
          </a:xfrm>
          <a:prstGeom prst="roundRect">
            <a:avLst>
              <a:gd name="adj" fmla="val 26666"/>
            </a:avLst>
          </a:prstGeom>
          <a:solidFill>
            <a:srgbClr val="866255"/>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14300" bIns="114300"/>
          <a:lstStyle/>
          <a:p>
            <a:pPr algn="ctr"/>
          </a:p>
        </p:txBody>
      </p:sp>
      <p:sp>
        <p:nvSpPr>
          <p:cNvPr id="24" name="Rounded Rectangle 23"/>
          <p:cNvSpPr/>
          <p:nvPr/>
        </p:nvSpPr>
        <p:spPr>
          <a:xfrm>
            <a:off x="7467600" y="4581525"/>
            <a:ext cx="1790700" cy="428625"/>
          </a:xfrm>
          <a:prstGeom prst="roundRect">
            <a:avLst>
              <a:gd name="adj" fmla="val 26666"/>
            </a:avLst>
          </a:prstGeom>
          <a:solidFill>
            <a:srgbClr val="866255"/>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14300" bIns="114300"/>
          <a:lstStyle/>
          <a:p>
            <a:pPr algn="ctr"/>
          </a:p>
        </p:txBody>
      </p:sp>
      <p:sp>
        <p:nvSpPr>
          <p:cNvPr id="25" name="Rounded Rectangle 24"/>
          <p:cNvSpPr/>
          <p:nvPr/>
        </p:nvSpPr>
        <p:spPr>
          <a:xfrm>
            <a:off x="9572625" y="1657350"/>
            <a:ext cx="1790700" cy="428625"/>
          </a:xfrm>
          <a:prstGeom prst="roundRect">
            <a:avLst>
              <a:gd name="adj" fmla="val 26666"/>
            </a:avLst>
          </a:prstGeom>
          <a:solidFill>
            <a:srgbClr val="866255"/>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14300" bIns="114300"/>
          <a:lstStyle/>
          <a:p>
            <a:pPr algn="ctr"/>
          </a:p>
        </p:txBody>
      </p:sp>
      <p:sp>
        <p:nvSpPr>
          <p:cNvPr id="26" name="TextBox 25"/>
          <p:cNvSpPr txBox="1"/>
          <p:nvPr/>
        </p:nvSpPr>
        <p:spPr>
          <a:xfrm>
            <a:off x="1304925" y="2238375"/>
            <a:ext cx="1504950" cy="190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1200" b="1">
                <a:solidFill>
                  <a:srgbClr val="866255"/>
                </a:solidFill>
                <a:latin typeface="The Seasons"/>
              </a:defRPr>
            </a:pPr>
            <a:r>
              <a:rPr i="0" sz="1200" b="1">
                <a:solidFill>
                  <a:srgbClr val="866255"/>
                </a:solidFill>
                <a:latin typeface="The Seasons"/>
              </a:rPr>
              <a:t>Slide Master</a:t>
            </a:r>
          </a:p>
        </p:txBody>
      </p:sp>
      <p:sp>
        <p:nvSpPr>
          <p:cNvPr id="27" name="TextBox 26"/>
          <p:cNvSpPr txBox="1"/>
          <p:nvPr/>
        </p:nvSpPr>
        <p:spPr>
          <a:xfrm>
            <a:off x="3409950" y="5162550"/>
            <a:ext cx="1504950" cy="190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1200" b="1">
                <a:solidFill>
                  <a:srgbClr val="866255"/>
                </a:solidFill>
                <a:latin typeface="The Seasons"/>
              </a:defRPr>
            </a:pPr>
            <a:r>
              <a:rPr i="0" sz="1200" b="1">
                <a:solidFill>
                  <a:srgbClr val="866255"/>
                </a:solidFill>
                <a:latin typeface="The Seasons"/>
              </a:rPr>
              <a:t>Reusable Shapes</a:t>
            </a:r>
          </a:p>
        </p:txBody>
      </p:sp>
      <p:sp>
        <p:nvSpPr>
          <p:cNvPr id="28" name="TextBox 27"/>
          <p:cNvSpPr txBox="1"/>
          <p:nvPr/>
        </p:nvSpPr>
        <p:spPr>
          <a:xfrm>
            <a:off x="5514975" y="2238375"/>
            <a:ext cx="1504950" cy="190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1200" b="1">
                <a:solidFill>
                  <a:srgbClr val="866255"/>
                </a:solidFill>
                <a:latin typeface="The Seasons"/>
              </a:defRPr>
            </a:pPr>
            <a:r>
              <a:rPr i="0" sz="1200" b="1">
                <a:solidFill>
                  <a:srgbClr val="866255"/>
                </a:solidFill>
                <a:latin typeface="The Seasons"/>
              </a:rPr>
              <a:t>Precision Tools</a:t>
            </a:r>
          </a:p>
        </p:txBody>
      </p:sp>
      <p:sp>
        <p:nvSpPr>
          <p:cNvPr id="29" name="TextBox 28"/>
          <p:cNvSpPr txBox="1"/>
          <p:nvPr/>
        </p:nvSpPr>
        <p:spPr>
          <a:xfrm>
            <a:off x="7620000" y="5162550"/>
            <a:ext cx="1504950" cy="190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1200" b="1">
                <a:solidFill>
                  <a:srgbClr val="866255"/>
                </a:solidFill>
                <a:latin typeface="The Seasons"/>
              </a:defRPr>
            </a:pPr>
            <a:r>
              <a:rPr i="0" sz="1200" b="1">
                <a:solidFill>
                  <a:srgbClr val="866255"/>
                </a:solidFill>
                <a:latin typeface="The Seasons"/>
              </a:rPr>
              <a:t>Vector Logos</a:t>
            </a:r>
          </a:p>
        </p:txBody>
      </p:sp>
      <p:sp>
        <p:nvSpPr>
          <p:cNvPr id="30" name="TextBox 29"/>
          <p:cNvSpPr txBox="1"/>
          <p:nvPr/>
        </p:nvSpPr>
        <p:spPr>
          <a:xfrm>
            <a:off x="9725025" y="2238375"/>
            <a:ext cx="1504950" cy="190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1200" b="1">
                <a:solidFill>
                  <a:srgbClr val="866255"/>
                </a:solidFill>
                <a:latin typeface="The Seasons"/>
              </a:defRPr>
            </a:pPr>
            <a:r>
              <a:rPr i="0" sz="1200" b="1">
                <a:solidFill>
                  <a:srgbClr val="866255"/>
                </a:solidFill>
                <a:latin typeface="The Seasons"/>
              </a:rPr>
              <a:t>Automate Sets</a:t>
            </a:r>
          </a:p>
        </p:txBody>
      </p:sp>
      <p:sp>
        <p:nvSpPr>
          <p:cNvPr id="31" name="Rounded Rectangle 30"/>
          <p:cNvSpPr/>
          <p:nvPr/>
        </p:nvSpPr>
        <p:spPr>
          <a:xfrm>
            <a:off x="1143000" y="3990975"/>
            <a:ext cx="9906000" cy="19050"/>
          </a:xfrm>
          <a:prstGeom prst="roundRect">
            <a:avLst>
              <a:gd name="adj" fmla="val 50000"/>
            </a:avLst>
          </a:prstGeom>
          <a:solidFill>
            <a:srgbClr val="866255">
              <a:alpha val="3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1571625" y="1771650"/>
            <a:ext cx="498574"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spc="26" i="0" sz="1050" b="1">
                <a:solidFill>
                  <a:srgbClr val="FFFFFF"/>
                </a:solidFill>
                <a:latin typeface="Glacial Indifference"/>
              </a:defRPr>
            </a:pPr>
            <a:r>
              <a:rPr i="0" sz="1050" b="1">
                <a:solidFill>
                  <a:srgbClr val="FFFFFF"/>
                </a:solidFill>
                <a:latin typeface="Glacial Indifference"/>
              </a:rPr>
              <a:t>STEP 01</a:t>
            </a:r>
          </a:p>
        </p:txBody>
      </p:sp>
      <p:sp>
        <p:nvSpPr>
          <p:cNvPr id="33" name="TextBox 32"/>
          <p:cNvSpPr txBox="1"/>
          <p:nvPr/>
        </p:nvSpPr>
        <p:spPr>
          <a:xfrm>
            <a:off x="3676650" y="4695825"/>
            <a:ext cx="498574"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spc="26" i="0" sz="1050" b="1">
                <a:solidFill>
                  <a:srgbClr val="FFFFFF"/>
                </a:solidFill>
                <a:latin typeface="Glacial Indifference"/>
              </a:defRPr>
            </a:pPr>
            <a:r>
              <a:rPr i="0" sz="1050" b="1">
                <a:solidFill>
                  <a:srgbClr val="FFFFFF"/>
                </a:solidFill>
                <a:latin typeface="Glacial Indifference"/>
              </a:rPr>
              <a:t>STEP 02</a:t>
            </a:r>
          </a:p>
        </p:txBody>
      </p:sp>
      <p:sp>
        <p:nvSpPr>
          <p:cNvPr id="34" name="TextBox 33"/>
          <p:cNvSpPr txBox="1"/>
          <p:nvPr/>
        </p:nvSpPr>
        <p:spPr>
          <a:xfrm>
            <a:off x="5781675" y="1771650"/>
            <a:ext cx="498574"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spc="26" i="0" sz="1050" b="1">
                <a:solidFill>
                  <a:srgbClr val="FFFFFF"/>
                </a:solidFill>
                <a:latin typeface="Glacial Indifference"/>
              </a:defRPr>
            </a:pPr>
            <a:r>
              <a:rPr i="0" sz="1050" b="1">
                <a:solidFill>
                  <a:srgbClr val="FFFFFF"/>
                </a:solidFill>
                <a:latin typeface="Glacial Indifference"/>
              </a:rPr>
              <a:t>STEP 03</a:t>
            </a:r>
          </a:p>
        </p:txBody>
      </p:sp>
      <p:sp>
        <p:nvSpPr>
          <p:cNvPr id="35" name="TextBox 34"/>
          <p:cNvSpPr txBox="1"/>
          <p:nvPr/>
        </p:nvSpPr>
        <p:spPr>
          <a:xfrm>
            <a:off x="7886700" y="4695825"/>
            <a:ext cx="498574"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spc="26" i="0" sz="1050" b="1">
                <a:solidFill>
                  <a:srgbClr val="FFFFFF"/>
                </a:solidFill>
                <a:latin typeface="Glacial Indifference"/>
              </a:defRPr>
            </a:pPr>
            <a:r>
              <a:rPr i="0" sz="1050" b="1">
                <a:solidFill>
                  <a:srgbClr val="FFFFFF"/>
                </a:solidFill>
                <a:latin typeface="Glacial Indifference"/>
              </a:rPr>
              <a:t>STEP 04</a:t>
            </a:r>
          </a:p>
        </p:txBody>
      </p:sp>
      <p:sp>
        <p:nvSpPr>
          <p:cNvPr id="36" name="TextBox 35"/>
          <p:cNvSpPr txBox="1"/>
          <p:nvPr/>
        </p:nvSpPr>
        <p:spPr>
          <a:xfrm>
            <a:off x="9991725" y="1771650"/>
            <a:ext cx="498574"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spc="26" i="0" sz="1050" b="1">
                <a:solidFill>
                  <a:srgbClr val="FFFFFF"/>
                </a:solidFill>
                <a:latin typeface="Glacial Indifference"/>
              </a:defRPr>
            </a:pPr>
            <a:r>
              <a:rPr i="0" sz="1050" b="1">
                <a:solidFill>
                  <a:srgbClr val="FFFFFF"/>
                </a:solidFill>
                <a:latin typeface="Glacial Indifference"/>
              </a:rPr>
              <a:t>STEP 05</a:t>
            </a:r>
          </a:p>
        </p:txBody>
      </p:sp>
      <p:pic>
        <p:nvPicPr>
          <p:cNvPr id="37" name="Picture 36" descr="769254a6-6222-4785-ad81-a08557223be7.png"/>
          <p:cNvPicPr>
            <a:picLocks noChangeAspect="1"/>
          </p:cNvPicPr>
          <p:nvPr/>
        </p:nvPicPr>
        <p:blipFill>
          <a:blip r:embed="rId4"/>
          <a:stretch>
            <a:fillRect/>
          </a:stretch>
        </p:blipFill>
        <p:spPr>
          <a:xfrm>
            <a:off x="1304925" y="1776412"/>
            <a:ext cx="190500" cy="190500"/>
          </a:xfrm>
          <a:prstGeom prst="rect">
            <a:avLst/>
          </a:prstGeom>
        </p:spPr>
      </p:pic>
      <p:pic>
        <p:nvPicPr>
          <p:cNvPr id="38" name="Picture 37" descr="5c2c53a8-8701-490e-ad71-fc145ae69968.png"/>
          <p:cNvPicPr>
            <a:picLocks noChangeAspect="1"/>
          </p:cNvPicPr>
          <p:nvPr/>
        </p:nvPicPr>
        <p:blipFill>
          <a:blip r:embed="rId5"/>
          <a:stretch>
            <a:fillRect/>
          </a:stretch>
        </p:blipFill>
        <p:spPr>
          <a:xfrm>
            <a:off x="3409950" y="4700587"/>
            <a:ext cx="190500" cy="190500"/>
          </a:xfrm>
          <a:prstGeom prst="rect">
            <a:avLst/>
          </a:prstGeom>
        </p:spPr>
      </p:pic>
      <p:pic>
        <p:nvPicPr>
          <p:cNvPr id="39" name="Picture 38" descr="48b7d52f-cb76-4495-8a3a-8f6056b136bb.png"/>
          <p:cNvPicPr>
            <a:picLocks noChangeAspect="1"/>
          </p:cNvPicPr>
          <p:nvPr/>
        </p:nvPicPr>
        <p:blipFill>
          <a:blip r:embed="rId6"/>
          <a:stretch>
            <a:fillRect/>
          </a:stretch>
        </p:blipFill>
        <p:spPr>
          <a:xfrm>
            <a:off x="5514975" y="1776412"/>
            <a:ext cx="190500" cy="190500"/>
          </a:xfrm>
          <a:prstGeom prst="rect">
            <a:avLst/>
          </a:prstGeom>
        </p:spPr>
      </p:pic>
      <p:pic>
        <p:nvPicPr>
          <p:cNvPr id="40" name="Picture 39" descr="38bba556-c0c1-4a7e-8882-b7914d10e393.png"/>
          <p:cNvPicPr>
            <a:picLocks noChangeAspect="1"/>
          </p:cNvPicPr>
          <p:nvPr/>
        </p:nvPicPr>
        <p:blipFill>
          <a:blip r:embed="rId7"/>
          <a:stretch>
            <a:fillRect/>
          </a:stretch>
        </p:blipFill>
        <p:spPr>
          <a:xfrm>
            <a:off x="7620000" y="4700587"/>
            <a:ext cx="190500" cy="190500"/>
          </a:xfrm>
          <a:prstGeom prst="rect">
            <a:avLst/>
          </a:prstGeom>
        </p:spPr>
      </p:pic>
      <p:pic>
        <p:nvPicPr>
          <p:cNvPr id="41" name="Picture 40" descr="06eaf5f5-e651-48f7-b595-7bdfc0b46c7b.png"/>
          <p:cNvPicPr>
            <a:picLocks noChangeAspect="1"/>
          </p:cNvPicPr>
          <p:nvPr/>
        </p:nvPicPr>
        <p:blipFill>
          <a:blip r:embed="rId8"/>
          <a:stretch>
            <a:fillRect/>
          </a:stretch>
        </p:blipFill>
        <p:spPr>
          <a:xfrm>
            <a:off x="9725025" y="1776412"/>
            <a:ext cx="190500" cy="190500"/>
          </a:xfrm>
          <a:prstGeom prst="rect">
            <a:avLst/>
          </a:prstGeom>
        </p:spPr>
      </p:pic>
      <p:sp>
        <p:nvSpPr>
          <p:cNvPr id="42" name="Rounded Rectangle 41"/>
          <p:cNvSpPr/>
          <p:nvPr/>
        </p:nvSpPr>
        <p:spPr>
          <a:xfrm>
            <a:off x="1990725" y="3714750"/>
            <a:ext cx="114300" cy="114300"/>
          </a:xfrm>
          <a:prstGeom prst="roundRect">
            <a:avLst>
              <a:gd name="adj" fmla="val 50000"/>
            </a:avLst>
          </a:prstGeom>
          <a:solidFill>
            <a:srgbClr val="866255"/>
          </a:solidFill>
          <a:ln>
            <a:noFill/>
          </a:ln>
          <a:effectLst>
            <a:outerShdw blurRad="0" dir="0" dist="0" rotWithShape="0">
              <a:srgbClr val="f4eee7">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Rounded Rectangle 42"/>
          <p:cNvSpPr/>
          <p:nvPr/>
        </p:nvSpPr>
        <p:spPr>
          <a:xfrm>
            <a:off x="4095750" y="4171950"/>
            <a:ext cx="114300" cy="114300"/>
          </a:xfrm>
          <a:prstGeom prst="roundRect">
            <a:avLst>
              <a:gd name="adj" fmla="val 50000"/>
            </a:avLst>
          </a:prstGeom>
          <a:solidFill>
            <a:srgbClr val="866255"/>
          </a:solidFill>
          <a:ln>
            <a:noFill/>
          </a:ln>
          <a:effectLst>
            <a:outerShdw blurRad="0" dir="0" dist="0" rotWithShape="0">
              <a:srgbClr val="f4eee7">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ounded Rectangle 43"/>
          <p:cNvSpPr/>
          <p:nvPr/>
        </p:nvSpPr>
        <p:spPr>
          <a:xfrm>
            <a:off x="6200775" y="3714750"/>
            <a:ext cx="114300" cy="114300"/>
          </a:xfrm>
          <a:prstGeom prst="roundRect">
            <a:avLst>
              <a:gd name="adj" fmla="val 50000"/>
            </a:avLst>
          </a:prstGeom>
          <a:solidFill>
            <a:srgbClr val="866255"/>
          </a:solidFill>
          <a:ln>
            <a:noFill/>
          </a:ln>
          <a:effectLst>
            <a:outerShdw blurRad="0" dir="0" dist="0" rotWithShape="0">
              <a:srgbClr val="f4eee7">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ounded Rectangle 44"/>
          <p:cNvSpPr/>
          <p:nvPr/>
        </p:nvSpPr>
        <p:spPr>
          <a:xfrm>
            <a:off x="8305800" y="4171950"/>
            <a:ext cx="114300" cy="114300"/>
          </a:xfrm>
          <a:prstGeom prst="roundRect">
            <a:avLst>
              <a:gd name="adj" fmla="val 50000"/>
            </a:avLst>
          </a:prstGeom>
          <a:solidFill>
            <a:srgbClr val="866255"/>
          </a:solidFill>
          <a:ln>
            <a:noFill/>
          </a:ln>
          <a:effectLst>
            <a:outerShdw blurRad="0" dir="0" dist="0" rotWithShape="0">
              <a:srgbClr val="f4eee7">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ounded Rectangle 45"/>
          <p:cNvSpPr/>
          <p:nvPr/>
        </p:nvSpPr>
        <p:spPr>
          <a:xfrm>
            <a:off x="10410825" y="3714750"/>
            <a:ext cx="114300" cy="114300"/>
          </a:xfrm>
          <a:prstGeom prst="roundRect">
            <a:avLst>
              <a:gd name="adj" fmla="val 50000"/>
            </a:avLst>
          </a:prstGeom>
          <a:solidFill>
            <a:srgbClr val="866255"/>
          </a:solidFill>
          <a:ln>
            <a:noFill/>
          </a:ln>
          <a:effectLst>
            <a:outerShdw blurRad="0" dir="0" dist="0" rotWithShape="0">
              <a:srgbClr val="f4eee7">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7" name="Picture 46" descr="16084aa9-aea4-4044-9679-a7fa7bc00920.png"/>
          <p:cNvPicPr>
            <a:picLocks noChangeAspect="1"/>
          </p:cNvPicPr>
          <p:nvPr/>
        </p:nvPicPr>
        <p:blipFill>
          <a:blip r:embed="rId9"/>
          <a:stretch>
            <a:fillRect/>
          </a:stretch>
        </p:blipFill>
        <p:spPr>
          <a:xfrm>
            <a:off x="2038350" y="3429000"/>
            <a:ext cx="19050" cy="228600"/>
          </a:xfrm>
          <a:prstGeom prst="rect">
            <a:avLst/>
          </a:prstGeom>
        </p:spPr>
      </p:pic>
      <p:pic>
        <p:nvPicPr>
          <p:cNvPr id="48" name="Picture 47" descr="16084aa9-aea4-4044-9679-a7fa7bc00920.png"/>
          <p:cNvPicPr>
            <a:picLocks noChangeAspect="1"/>
          </p:cNvPicPr>
          <p:nvPr/>
        </p:nvPicPr>
        <p:blipFill>
          <a:blip r:embed="rId9"/>
          <a:stretch>
            <a:fillRect/>
          </a:stretch>
        </p:blipFill>
        <p:spPr>
          <a:xfrm>
            <a:off x="4143375" y="4343400"/>
            <a:ext cx="19050" cy="228600"/>
          </a:xfrm>
          <a:prstGeom prst="rect">
            <a:avLst/>
          </a:prstGeom>
        </p:spPr>
      </p:pic>
      <p:pic>
        <p:nvPicPr>
          <p:cNvPr id="49" name="Picture 48" descr="16084aa9-aea4-4044-9679-a7fa7bc00920.png"/>
          <p:cNvPicPr>
            <a:picLocks noChangeAspect="1"/>
          </p:cNvPicPr>
          <p:nvPr/>
        </p:nvPicPr>
        <p:blipFill>
          <a:blip r:embed="rId9"/>
          <a:stretch>
            <a:fillRect/>
          </a:stretch>
        </p:blipFill>
        <p:spPr>
          <a:xfrm>
            <a:off x="6248400" y="3429000"/>
            <a:ext cx="19050" cy="228600"/>
          </a:xfrm>
          <a:prstGeom prst="rect">
            <a:avLst/>
          </a:prstGeom>
        </p:spPr>
      </p:pic>
      <p:pic>
        <p:nvPicPr>
          <p:cNvPr id="50" name="Picture 49" descr="16084aa9-aea4-4044-9679-a7fa7bc00920.png"/>
          <p:cNvPicPr>
            <a:picLocks noChangeAspect="1"/>
          </p:cNvPicPr>
          <p:nvPr/>
        </p:nvPicPr>
        <p:blipFill>
          <a:blip r:embed="rId9"/>
          <a:stretch>
            <a:fillRect/>
          </a:stretch>
        </p:blipFill>
        <p:spPr>
          <a:xfrm>
            <a:off x="8353425" y="4343400"/>
            <a:ext cx="19050" cy="228600"/>
          </a:xfrm>
          <a:prstGeom prst="rect">
            <a:avLst/>
          </a:prstGeom>
        </p:spPr>
      </p:pic>
      <p:pic>
        <p:nvPicPr>
          <p:cNvPr id="51" name="Picture 50" descr="16084aa9-aea4-4044-9679-a7fa7bc00920.png"/>
          <p:cNvPicPr>
            <a:picLocks noChangeAspect="1"/>
          </p:cNvPicPr>
          <p:nvPr/>
        </p:nvPicPr>
        <p:blipFill>
          <a:blip r:embed="rId9"/>
          <a:stretch>
            <a:fillRect/>
          </a:stretch>
        </p:blipFill>
        <p:spPr>
          <a:xfrm>
            <a:off x="10458450" y="3429000"/>
            <a:ext cx="19050" cy="228600"/>
          </a:xfrm>
          <a:prstGeom prst="rect">
            <a:avLst/>
          </a:prstGeom>
        </p:spPr>
      </p:pic>
      <p:sp>
        <p:nvSpPr>
          <p:cNvPr id="52" name="TextBox 51"/>
          <p:cNvSpPr txBox="1"/>
          <p:nvPr/>
        </p:nvSpPr>
        <p:spPr>
          <a:xfrm>
            <a:off x="11300073" y="6353175"/>
            <a:ext cx="453776"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1">
                <a:solidFill>
                  <a:srgbClr val="866255"/>
                </a:solidFill>
                <a:latin typeface="Glacial Indifference"/>
              </a:defRPr>
            </a:pPr>
            <a:r>
              <a:rPr i="0" sz="1050" b="1">
                <a:solidFill>
                  <a:srgbClr val="866255"/>
                </a:solidFill>
                <a:latin typeface="Glacial Indifference"/>
              </a:rPr>
              <a:t>04 /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EE7"/>
        </a:solidFill>
        <a:effectLst/>
      </p:bgPr>
    </p:bg>
    <p:spTree>
      <p:nvGrpSpPr>
        <p:cNvPr id="1" name=""/>
        <p:cNvGrpSpPr/>
        <p:nvPr/>
      </p:nvGrpSpPr>
      <p:grpSpPr/>
      <p:pic>
        <p:nvPicPr>
          <p:cNvPr id="2" name="Picture 1" descr="42e9cf69-fb73-45ea-ad53-b15c2b265dda.png"/>
          <p:cNvPicPr>
            <a:picLocks noChangeAspect="1"/>
          </p:cNvPicPr>
          <p:nvPr/>
        </p:nvPicPr>
        <p:blipFill>
          <a:blip r:embed="rId2"/>
          <a:stretch>
            <a:fillRect/>
          </a:stretch>
        </p:blipFill>
        <p:spPr>
          <a:xfrm>
            <a:off x="0" y="5143500"/>
            <a:ext cx="12192000" cy="1714500"/>
          </a:xfrm>
          <a:prstGeom prst="rect">
            <a:avLst/>
          </a:prstGeom>
        </p:spPr>
      </p:pic>
      <p:pic>
        <p:nvPicPr>
          <p:cNvPr id="3" name="Picture 2" descr="378fb869-5a55-4bfe-8931-2dd12448fae3.png"/>
          <p:cNvPicPr>
            <a:picLocks noChangeAspect="1"/>
          </p:cNvPicPr>
          <p:nvPr/>
        </p:nvPicPr>
        <p:blipFill>
          <a:blip r:embed="rId3"/>
          <a:stretch>
            <a:fillRect/>
          </a:stretch>
        </p:blipFill>
        <p:spPr>
          <a:xfrm>
            <a:off x="0" y="5143500"/>
            <a:ext cx="12192000" cy="1714500"/>
          </a:xfrm>
          <a:prstGeom prst="rect">
            <a:avLst/>
          </a:prstGeom>
        </p:spPr>
      </p:pic>
      <p:sp>
        <p:nvSpPr>
          <p:cNvPr id="4" name="TextBox 3"/>
          <p:cNvSpPr txBox="1"/>
          <p:nvPr/>
        </p:nvSpPr>
        <p:spPr>
          <a:xfrm>
            <a:off x="2017365" y="571500"/>
            <a:ext cx="8176170" cy="6096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4815"/>
              </a:lnSpc>
              <a:defRPr i="0" sz="4050" b="1">
                <a:solidFill>
                  <a:srgbClr val="866255"/>
                </a:solidFill>
                <a:latin typeface="The Seasons"/>
              </a:defRPr>
            </a:pPr>
            <a:r>
              <a:rPr i="0" sz="4050" b="1">
                <a:solidFill>
                  <a:srgbClr val="866255"/>
                </a:solidFill>
                <a:latin typeface="The Seasons"/>
              </a:rPr>
              <a:t>Export, Print, and Quality Control</a:t>
            </a:r>
          </a:p>
        </p:txBody>
      </p:sp>
      <p:sp>
        <p:nvSpPr>
          <p:cNvPr id="5" name="Rounded Rectangle 4"/>
          <p:cNvSpPr/>
          <p:nvPr/>
        </p:nvSpPr>
        <p:spPr>
          <a:xfrm>
            <a:off x="1666875" y="1809750"/>
            <a:ext cx="2000250" cy="2000250"/>
          </a:xfrm>
          <a:prstGeom prst="roundRect">
            <a:avLst>
              <a:gd name="adj" fmla="val 50000"/>
            </a:avLst>
          </a:prstGeom>
          <a:solidFill>
            <a:srgbClr val="866255">
              <a:alpha val="80000"/>
            </a:srgbClr>
          </a:solidFill>
          <a:ln>
            <a:noFill/>
          </a:ln>
          <a:effectLst>
            <a:outerShdw blurRad="228600" dir="5400000" dist="76200" rotWithShape="0">
              <a:srgbClr val="86625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5095875" y="1809750"/>
            <a:ext cx="2000250" cy="2000250"/>
          </a:xfrm>
          <a:prstGeom prst="roundRect">
            <a:avLst>
              <a:gd name="adj" fmla="val 50000"/>
            </a:avLst>
          </a:prstGeom>
          <a:solidFill>
            <a:srgbClr val="866255">
              <a:alpha val="80000"/>
            </a:srgbClr>
          </a:solidFill>
          <a:ln>
            <a:noFill/>
          </a:ln>
          <a:effectLst>
            <a:outerShdw blurRad="228600" dir="5400000" dist="76200" rotWithShape="0">
              <a:srgbClr val="86625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ounded Rectangle 6"/>
          <p:cNvSpPr/>
          <p:nvPr/>
        </p:nvSpPr>
        <p:spPr>
          <a:xfrm>
            <a:off x="8524875" y="1809750"/>
            <a:ext cx="2000250" cy="2000250"/>
          </a:xfrm>
          <a:prstGeom prst="roundRect">
            <a:avLst>
              <a:gd name="adj" fmla="val 50000"/>
            </a:avLst>
          </a:prstGeom>
          <a:solidFill>
            <a:srgbClr val="866255">
              <a:alpha val="80000"/>
            </a:srgbClr>
          </a:solidFill>
          <a:ln>
            <a:noFill/>
          </a:ln>
          <a:effectLst>
            <a:outerShdw blurRad="228600" dir="5400000" dist="76200" rotWithShape="0">
              <a:srgbClr val="86625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72000" y="4114800"/>
            <a:ext cx="3067050" cy="74295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5556"/>
              </a:lnSpc>
              <a:defRPr i="0" sz="1350" b="0">
                <a:solidFill>
                  <a:srgbClr val="866255"/>
                </a:solidFill>
                <a:latin typeface="Glacial Indifference"/>
              </a:defRPr>
            </a:pPr>
            <a:r>
              <a:rPr i="0" sz="1350" b="0">
                <a:solidFill>
                  <a:srgbClr val="866255"/>
                </a:solidFill>
                <a:latin typeface="Glacial Indifference"/>
              </a:rPr>
              <a:t>PowerPoint exports in RGB; consult your printer for CMYK conversion profiles.</a:t>
            </a:r>
          </a:p>
        </p:txBody>
      </p:sp>
      <p:sp>
        <p:nvSpPr>
          <p:cNvPr id="9" name="TextBox 8"/>
          <p:cNvSpPr txBox="1"/>
          <p:nvPr/>
        </p:nvSpPr>
        <p:spPr>
          <a:xfrm>
            <a:off x="1143000" y="4114800"/>
            <a:ext cx="3067050" cy="4953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5556"/>
              </a:lnSpc>
              <a:defRPr i="0" sz="1350" b="0">
                <a:solidFill>
                  <a:srgbClr val="866255"/>
                </a:solidFill>
                <a:latin typeface="Glacial Indifference"/>
              </a:defRPr>
            </a:pPr>
            <a:r>
              <a:rPr i="0" sz="1350" b="0">
                <a:solidFill>
                  <a:srgbClr val="866255"/>
                </a:solidFill>
                <a:latin typeface="Glacial Indifference"/>
              </a:rPr>
              <a:t>Export as high-quality PDF or 300 PPI PNG/JPG with embedded fonts.</a:t>
            </a:r>
          </a:p>
        </p:txBody>
      </p:sp>
      <p:sp>
        <p:nvSpPr>
          <p:cNvPr id="10" name="TextBox 9"/>
          <p:cNvSpPr txBox="1"/>
          <p:nvPr/>
        </p:nvSpPr>
        <p:spPr>
          <a:xfrm>
            <a:off x="8001000" y="4114800"/>
            <a:ext cx="3067050" cy="4953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5556"/>
              </a:lnSpc>
              <a:defRPr i="0" sz="1350" b="0">
                <a:solidFill>
                  <a:srgbClr val="866255"/>
                </a:solidFill>
                <a:latin typeface="Glacial Indifference"/>
              </a:defRPr>
            </a:pPr>
            <a:r>
              <a:rPr i="0" sz="1350" b="0">
                <a:solidFill>
                  <a:srgbClr val="866255"/>
                </a:solidFill>
                <a:latin typeface="Glacial Indifference"/>
              </a:rPr>
              <a:t>Proofing: 100% zoom check, soft proofing, and ΔE&lt;3 target match.</a:t>
            </a:r>
          </a:p>
        </p:txBody>
      </p:sp>
      <p:sp>
        <p:nvSpPr>
          <p:cNvPr id="11" name="TextBox 10"/>
          <p:cNvSpPr txBox="1"/>
          <p:nvPr/>
        </p:nvSpPr>
        <p:spPr>
          <a:xfrm>
            <a:off x="1143000" y="4686300"/>
            <a:ext cx="3067050" cy="4191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7333"/>
              </a:lnSpc>
              <a:defRPr i="0" sz="1125" b="0">
                <a:solidFill>
                  <a:srgbClr val="866255"/>
                </a:solidFill>
                <a:latin typeface="Glacial Indifference"/>
              </a:defRPr>
            </a:pPr>
            <a:r>
              <a:rPr i="0" sz="1125" b="0">
                <a:solidFill>
                  <a:srgbClr val="866255"/>
                </a:solidFill>
                <a:latin typeface="Glacial Indifference"/>
              </a:rPr>
              <a:t>A4 Output: 210×297 mm</a:t>
            </a:r>
            <a:r>
              <a:t>
</a:t>
            </a:r>
            <a:r>
              <a:rPr i="0" sz="1125" b="0">
                <a:solidFill>
                  <a:srgbClr val="866255"/>
                </a:solidFill>
                <a:latin typeface="Glacial Indifference"/>
              </a:rPr>
              <a:t>3 mm bleed needed</a:t>
            </a:r>
          </a:p>
        </p:txBody>
      </p:sp>
      <p:sp>
        <p:nvSpPr>
          <p:cNvPr id="12" name="TextBox 11"/>
          <p:cNvSpPr txBox="1"/>
          <p:nvPr/>
        </p:nvSpPr>
        <p:spPr>
          <a:xfrm>
            <a:off x="8001000" y="4686300"/>
            <a:ext cx="3067050" cy="4191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7333"/>
              </a:lnSpc>
              <a:defRPr i="0" sz="1125" b="0">
                <a:solidFill>
                  <a:srgbClr val="866255"/>
                </a:solidFill>
                <a:latin typeface="Glacial Indifference"/>
              </a:defRPr>
            </a:pPr>
            <a:r>
              <a:rPr i="0" sz="1125" b="0">
                <a:solidFill>
                  <a:srgbClr val="866255"/>
                </a:solidFill>
                <a:latin typeface="Glacial Indifference"/>
              </a:rPr>
              <a:t>FDC Cachet Size:</a:t>
            </a:r>
            <a:r>
              <a:t>
</a:t>
            </a:r>
            <a:r>
              <a:rPr i="0" sz="1125" b="0">
                <a:solidFill>
                  <a:srgbClr val="866255"/>
                </a:solidFill>
                <a:latin typeface="Glacial Indifference"/>
              </a:rPr>
              <a:t>190×110 mm</a:t>
            </a:r>
          </a:p>
        </p:txBody>
      </p:sp>
      <p:sp>
        <p:nvSpPr>
          <p:cNvPr id="13" name="TextBox 12"/>
          <p:cNvSpPr txBox="1"/>
          <p:nvPr/>
        </p:nvSpPr>
        <p:spPr>
          <a:xfrm>
            <a:off x="2453580" y="2428875"/>
            <a:ext cx="445889" cy="762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6000" b="1">
                <a:solidFill>
                  <a:srgbClr val="FFFFFF"/>
                </a:solidFill>
                <a:latin typeface="Glacial Indifference"/>
              </a:defRPr>
            </a:pPr>
            <a:r>
              <a:rPr i="0" sz="6000" b="1">
                <a:solidFill>
                  <a:srgbClr val="FFFFFF"/>
                </a:solidFill>
                <a:latin typeface="Glacial Indifference"/>
              </a:rPr>
              <a:t>1</a:t>
            </a:r>
          </a:p>
        </p:txBody>
      </p:sp>
      <p:sp>
        <p:nvSpPr>
          <p:cNvPr id="14" name="TextBox 13"/>
          <p:cNvSpPr txBox="1"/>
          <p:nvPr/>
        </p:nvSpPr>
        <p:spPr>
          <a:xfrm>
            <a:off x="5882580" y="2428875"/>
            <a:ext cx="445889" cy="762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6000" b="1">
                <a:solidFill>
                  <a:srgbClr val="FFFFFF"/>
                </a:solidFill>
                <a:latin typeface="Glacial Indifference"/>
              </a:defRPr>
            </a:pPr>
            <a:r>
              <a:rPr i="0" sz="6000" b="1">
                <a:solidFill>
                  <a:srgbClr val="FFFFFF"/>
                </a:solidFill>
                <a:latin typeface="Glacial Indifference"/>
              </a:rPr>
              <a:t>2</a:t>
            </a:r>
          </a:p>
        </p:txBody>
      </p:sp>
      <p:sp>
        <p:nvSpPr>
          <p:cNvPr id="15" name="TextBox 14"/>
          <p:cNvSpPr txBox="1"/>
          <p:nvPr/>
        </p:nvSpPr>
        <p:spPr>
          <a:xfrm>
            <a:off x="9311580" y="2428875"/>
            <a:ext cx="445889" cy="762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6000" b="1">
                <a:solidFill>
                  <a:srgbClr val="FFFFFF"/>
                </a:solidFill>
                <a:latin typeface="Glacial Indifference"/>
              </a:defRPr>
            </a:pPr>
            <a:r>
              <a:rPr i="0" sz="6000" b="1">
                <a:solidFill>
                  <a:srgbClr val="FFFFFF"/>
                </a:solidFill>
                <a:latin typeface="Glacial Indifference"/>
              </a:rPr>
              <a:t>3</a:t>
            </a:r>
          </a:p>
        </p:txBody>
      </p:sp>
      <p:sp>
        <p:nvSpPr>
          <p:cNvPr id="16" name="TextBox 15"/>
          <p:cNvSpPr txBox="1"/>
          <p:nvPr/>
        </p:nvSpPr>
        <p:spPr>
          <a:xfrm>
            <a:off x="11801772" y="6400800"/>
            <a:ext cx="104477"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1">
                <a:solidFill>
                  <a:srgbClr val="4A332A"/>
                </a:solidFill>
                <a:latin typeface="Glacial Indifference"/>
              </a:defRPr>
            </a:pPr>
            <a:r>
              <a:rPr i="0" sz="1200" b="1">
                <a:solidFill>
                  <a:srgbClr val="4A332A"/>
                </a:solidFill>
                <a:latin typeface="Glacial Indifference"/>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