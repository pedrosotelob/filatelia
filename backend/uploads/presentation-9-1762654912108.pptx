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</a:rPr>
              <a:t>Subconjunto de #10 (1 ítems)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Creado desde sub-búsqueda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43500"/>
            <a:ext cx="9144000" cy="1371600"/>
          </a:xfrm>
          <a:prstGeom prst="rect">
            <a:avLst/>
          </a:prstGeom>
          <a:solidFill>
            <a:srgbClr val="F5F0E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52349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F1F"/>
                </a:solidFill>
              </a:rPr>
              <a:t>Aéreo 1938 Andes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6921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País: Peru   •   Año: 1938   •   Catálogo: Scott C49   •   Valor facial: 1.00 PEN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60579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Avión sobre los Andes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2025-11-09T02:21:52Z</dcterms:created>
  <dcterms:modified xsi:type="dcterms:W3CDTF">2025-11-09T02:21:52Z</dcterms:modified>
</cp:coreProperties>
</file>