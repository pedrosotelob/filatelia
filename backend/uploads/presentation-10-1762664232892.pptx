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0-1762664202538/slide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0-1762664202538/slide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edrosotelo/filatelia/backend/tmp/pres-10-1762664202538/slide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2025-11-09T04:57:12Z</dcterms:created>
  <dcterms:modified xsi:type="dcterms:W3CDTF">2025-11-09T04:57:12Z</dcterms:modified>
</cp:coreProperties>
</file>